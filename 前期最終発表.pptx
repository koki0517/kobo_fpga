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4"/>
  </p:sldMasterIdLst>
  <p:notesMasterIdLst>
    <p:notesMasterId r:id="rId16"/>
  </p:notesMasterIdLst>
  <p:sldIdLst>
    <p:sldId id="265" r:id="rId5"/>
    <p:sldId id="258" r:id="rId6"/>
    <p:sldId id="267" r:id="rId7"/>
    <p:sldId id="264" r:id="rId8"/>
    <p:sldId id="271" r:id="rId9"/>
    <p:sldId id="268" r:id="rId10"/>
    <p:sldId id="270" r:id="rId11"/>
    <p:sldId id="272" r:id="rId12"/>
    <p:sldId id="266" r:id="rId13"/>
    <p:sldId id="269" r:id="rId14"/>
    <p:sldId id="273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FF00"/>
    <a:srgbClr val="F7CDEF"/>
    <a:srgbClr val="F9F3E1"/>
    <a:srgbClr val="F1DBF0"/>
    <a:srgbClr val="F3F3E7"/>
    <a:srgbClr val="E9EBD1"/>
    <a:srgbClr val="E7F3F2"/>
    <a:srgbClr val="F7D5F5"/>
    <a:srgbClr val="0607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淡色スタイル 1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90" d="100"/>
          <a:sy n="90" d="100"/>
        </p:scale>
        <p:origin x="87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ki0\AppData\Roaming\Microsoft\Excel\Book1%20(version%201).xlsb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2"/>
            <c:spPr>
              <a:solidFill>
                <a:schemeClr val="tx1"/>
              </a:solidFill>
              <a:ln w="3175">
                <a:noFill/>
              </a:ln>
              <a:effectLst/>
            </c:spPr>
          </c:marker>
          <c:xVal>
            <c:numRef>
              <c:f>Sheet2!$A$1:$A$456</c:f>
              <c:numCache>
                <c:formatCode>General</c:formatCode>
                <c:ptCount val="456"/>
                <c:pt idx="0">
                  <c:v>159.11641013029552</c:v>
                </c:pt>
                <c:pt idx="1">
                  <c:v>181.34940115941555</c:v>
                </c:pt>
                <c:pt idx="2">
                  <c:v>199.25789518393674</c:v>
                </c:pt>
                <c:pt idx="3">
                  <c:v>225.23537453529116</c:v>
                </c:pt>
                <c:pt idx="4">
                  <c:v>238.09778945781167</c:v>
                </c:pt>
                <c:pt idx="5">
                  <c:v>259.18060627327191</c:v>
                </c:pt>
                <c:pt idx="6">
                  <c:v>231.38728605036775</c:v>
                </c:pt>
                <c:pt idx="7">
                  <c:v>202.4388752636539</c:v>
                </c:pt>
                <c:pt idx="8">
                  <c:v>170.73890121214276</c:v>
                </c:pt>
                <c:pt idx="9">
                  <c:v>149.61941768469464</c:v>
                </c:pt>
                <c:pt idx="10">
                  <c:v>116.98850797997913</c:v>
                </c:pt>
                <c:pt idx="11">
                  <c:v>89.316693786301983</c:v>
                </c:pt>
                <c:pt idx="12">
                  <c:v>65.017313456579842</c:v>
                </c:pt>
                <c:pt idx="13">
                  <c:v>32.280996668742951</c:v>
                </c:pt>
                <c:pt idx="14">
                  <c:v>-1.31317846886317</c:v>
                </c:pt>
                <c:pt idx="15">
                  <c:v>-41.743463260460608</c:v>
                </c:pt>
                <c:pt idx="16">
                  <c:v>-82.628598178305722</c:v>
                </c:pt>
                <c:pt idx="17">
                  <c:v>-116.65840710261274</c:v>
                </c:pt>
                <c:pt idx="18">
                  <c:v>-144.17919534554778</c:v>
                </c:pt>
                <c:pt idx="19">
                  <c:v>-166.85626867652334</c:v>
                </c:pt>
                <c:pt idx="20">
                  <c:v>-180.36526147307526</c:v>
                </c:pt>
                <c:pt idx="21">
                  <c:v>-212.57355674151606</c:v>
                </c:pt>
                <c:pt idx="22">
                  <c:v>-224.60803634937702</c:v>
                </c:pt>
                <c:pt idx="23">
                  <c:v>-244.39120144966682</c:v>
                </c:pt>
                <c:pt idx="24">
                  <c:v>-237.90368583556966</c:v>
                </c:pt>
                <c:pt idx="25">
                  <c:v>-225.09226221215638</c:v>
                </c:pt>
                <c:pt idx="26">
                  <c:v>-191.60527556849829</c:v>
                </c:pt>
                <c:pt idx="27">
                  <c:v>-169.73839340822988</c:v>
                </c:pt>
                <c:pt idx="28">
                  <c:v>-137.93521151024203</c:v>
                </c:pt>
                <c:pt idx="29">
                  <c:v>-113.53217362437312</c:v>
                </c:pt>
                <c:pt idx="30">
                  <c:v>-86.948471879486846</c:v>
                </c:pt>
                <c:pt idx="31">
                  <c:v>-60.614687330997214</c:v>
                </c:pt>
                <c:pt idx="32">
                  <c:v>-29.654854798169549</c:v>
                </c:pt>
                <c:pt idx="33">
                  <c:v>3.7114362148434759</c:v>
                </c:pt>
                <c:pt idx="34">
                  <c:v>45.252032250729336</c:v>
                </c:pt>
                <c:pt idx="35">
                  <c:v>84.317082233619502</c:v>
                </c:pt>
                <c:pt idx="36">
                  <c:v>114.62971857647899</c:v>
                </c:pt>
                <c:pt idx="37">
                  <c:v>147.16359113559488</c:v>
                </c:pt>
                <c:pt idx="38">
                  <c:v>161.15410107110466</c:v>
                </c:pt>
                <c:pt idx="39">
                  <c:v>182.98818924762213</c:v>
                </c:pt>
                <c:pt idx="40">
                  <c:v>200.42515503461905</c:v>
                </c:pt>
                <c:pt idx="41">
                  <c:v>225.9281696169576</c:v>
                </c:pt>
                <c:pt idx="42">
                  <c:v>235.37168961877666</c:v>
                </c:pt>
                <c:pt idx="43">
                  <c:v>231.97392426720373</c:v>
                </c:pt>
                <c:pt idx="44">
                  <c:v>227.67601383040687</c:v>
                </c:pt>
                <c:pt idx="45">
                  <c:v>199.36357225552175</c:v>
                </c:pt>
                <c:pt idx="46">
                  <c:v>169.21591897916394</c:v>
                </c:pt>
                <c:pt idx="47">
                  <c:v>147.62074216916324</c:v>
                </c:pt>
                <c:pt idx="48">
                  <c:v>114.26785724583593</c:v>
                </c:pt>
                <c:pt idx="49">
                  <c:v>87.038922413606699</c:v>
                </c:pt>
                <c:pt idx="50">
                  <c:v>62.344351163836556</c:v>
                </c:pt>
                <c:pt idx="51">
                  <c:v>29.514647180448438</c:v>
                </c:pt>
                <c:pt idx="52">
                  <c:v>-4.4920332031468577</c:v>
                </c:pt>
                <c:pt idx="53">
                  <c:v>-46.555474632799445</c:v>
                </c:pt>
                <c:pt idx="54">
                  <c:v>-87.587625733660971</c:v>
                </c:pt>
                <c:pt idx="55">
                  <c:v>-120.67662911882631</c:v>
                </c:pt>
                <c:pt idx="56">
                  <c:v>-146.65673248948281</c:v>
                </c:pt>
                <c:pt idx="57">
                  <c:v>-171.87189280461314</c:v>
                </c:pt>
                <c:pt idx="58">
                  <c:v>-183.65263202204562</c:v>
                </c:pt>
                <c:pt idx="59">
                  <c:v>-213.80124422081272</c:v>
                </c:pt>
                <c:pt idx="60">
                  <c:v>-232.15811149245971</c:v>
                </c:pt>
                <c:pt idx="61">
                  <c:v>-244.60706043304265</c:v>
                </c:pt>
                <c:pt idx="62">
                  <c:v>-248.49849786196521</c:v>
                </c:pt>
                <c:pt idx="63">
                  <c:v>-223.31158339043847</c:v>
                </c:pt>
                <c:pt idx="64">
                  <c:v>-187.67644073942978</c:v>
                </c:pt>
                <c:pt idx="65">
                  <c:v>-168.10340696853095</c:v>
                </c:pt>
                <c:pt idx="66">
                  <c:v>-136.09947283427346</c:v>
                </c:pt>
                <c:pt idx="67">
                  <c:v>-111.42836658637511</c:v>
                </c:pt>
                <c:pt idx="68">
                  <c:v>-84.621104792008538</c:v>
                </c:pt>
                <c:pt idx="69">
                  <c:v>-58.892984436885563</c:v>
                </c:pt>
                <c:pt idx="70">
                  <c:v>-26.915090996472568</c:v>
                </c:pt>
                <c:pt idx="71">
                  <c:v>6.9791718669655234</c:v>
                </c:pt>
                <c:pt idx="72">
                  <c:v>48.600748399952494</c:v>
                </c:pt>
                <c:pt idx="73">
                  <c:v>87.823179063468928</c:v>
                </c:pt>
                <c:pt idx="74">
                  <c:v>117.48872064846793</c:v>
                </c:pt>
                <c:pt idx="75">
                  <c:v>149.6252508753519</c:v>
                </c:pt>
                <c:pt idx="76">
                  <c:v>163.16058854096184</c:v>
                </c:pt>
                <c:pt idx="77">
                  <c:v>184.59162699176341</c:v>
                </c:pt>
                <c:pt idx="78">
                  <c:v>201.55422457368127</c:v>
                </c:pt>
                <c:pt idx="79">
                  <c:v>226.58401559445437</c:v>
                </c:pt>
                <c:pt idx="80">
                  <c:v>240.5798707424766</c:v>
                </c:pt>
                <c:pt idx="81">
                  <c:v>238.59252757540816</c:v>
                </c:pt>
                <c:pt idx="82">
                  <c:v>224.90655990107297</c:v>
                </c:pt>
                <c:pt idx="83">
                  <c:v>197.17712318947798</c:v>
                </c:pt>
                <c:pt idx="84">
                  <c:v>167.66208618250366</c:v>
                </c:pt>
                <c:pt idx="85">
                  <c:v>145.59122441154494</c:v>
                </c:pt>
                <c:pt idx="86">
                  <c:v>111.54745577310617</c:v>
                </c:pt>
                <c:pt idx="87">
                  <c:v>84.745207884622872</c:v>
                </c:pt>
                <c:pt idx="88">
                  <c:v>59.659399887115185</c:v>
                </c:pt>
                <c:pt idx="89">
                  <c:v>26.742686700362054</c:v>
                </c:pt>
                <c:pt idx="90">
                  <c:v>-7.6918147168372215</c:v>
                </c:pt>
                <c:pt idx="91">
                  <c:v>-50.785944594601006</c:v>
                </c:pt>
                <c:pt idx="92">
                  <c:v>-91.946615141691183</c:v>
                </c:pt>
                <c:pt idx="93">
                  <c:v>-124.21289661395166</c:v>
                </c:pt>
                <c:pt idx="94">
                  <c:v>-149.10632470647505</c:v>
                </c:pt>
                <c:pt idx="95">
                  <c:v>-175.40191354810324</c:v>
                </c:pt>
                <c:pt idx="96">
                  <c:v>-186.07619903738029</c:v>
                </c:pt>
                <c:pt idx="97">
                  <c:v>-214.98819262152361</c:v>
                </c:pt>
                <c:pt idx="98">
                  <c:v>-229.92266577218618</c:v>
                </c:pt>
                <c:pt idx="99">
                  <c:v>-252.76856265337591</c:v>
                </c:pt>
                <c:pt idx="100">
                  <c:v>-253.05812338123653</c:v>
                </c:pt>
                <c:pt idx="101">
                  <c:v>-222.4576753480211</c:v>
                </c:pt>
                <c:pt idx="102">
                  <c:v>-184.64737815885982</c:v>
                </c:pt>
                <c:pt idx="103">
                  <c:v>-166.43406567810942</c:v>
                </c:pt>
                <c:pt idx="104">
                  <c:v>-134.23726156312904</c:v>
                </c:pt>
                <c:pt idx="105">
                  <c:v>-109.30318058355317</c:v>
                </c:pt>
                <c:pt idx="106">
                  <c:v>-82.277576361297392</c:v>
                </c:pt>
                <c:pt idx="107">
                  <c:v>-56.799258860844922</c:v>
                </c:pt>
                <c:pt idx="108">
                  <c:v>-24.170327484688809</c:v>
                </c:pt>
                <c:pt idx="109">
                  <c:v>10.306622488607431</c:v>
                </c:pt>
                <c:pt idx="110">
                  <c:v>53.418089347962336</c:v>
                </c:pt>
                <c:pt idx="111">
                  <c:v>90.968581931632201</c:v>
                </c:pt>
                <c:pt idx="112">
                  <c:v>120.32392457608924</c:v>
                </c:pt>
                <c:pt idx="113">
                  <c:v>152.0584000473801</c:v>
                </c:pt>
                <c:pt idx="114">
                  <c:v>165.13548403362955</c:v>
                </c:pt>
                <c:pt idx="115">
                  <c:v>180.15426254876908</c:v>
                </c:pt>
                <c:pt idx="116">
                  <c:v>196.1079567685893</c:v>
                </c:pt>
                <c:pt idx="117">
                  <c:v>227.20280520837542</c:v>
                </c:pt>
                <c:pt idx="118">
                  <c:v>236.75874673245258</c:v>
                </c:pt>
                <c:pt idx="119">
                  <c:v>234.22213217146586</c:v>
                </c:pt>
                <c:pt idx="120">
                  <c:v>223.06932905405969</c:v>
                </c:pt>
                <c:pt idx="121">
                  <c:v>189.57357382941123</c:v>
                </c:pt>
                <c:pt idx="122">
                  <c:v>166.07768610885228</c:v>
                </c:pt>
                <c:pt idx="123">
                  <c:v>143.53128843679099</c:v>
                </c:pt>
                <c:pt idx="124">
                  <c:v>109.40386446166542</c:v>
                </c:pt>
                <c:pt idx="125">
                  <c:v>82.435970345282968</c:v>
                </c:pt>
                <c:pt idx="126">
                  <c:v>56.962975949662919</c:v>
                </c:pt>
                <c:pt idx="127">
                  <c:v>23.965642202342153</c:v>
                </c:pt>
                <c:pt idx="128">
                  <c:v>-10.870606733778835</c:v>
                </c:pt>
                <c:pt idx="129">
                  <c:v>-54.69295510671752</c:v>
                </c:pt>
                <c:pt idx="130">
                  <c:v>-85.658106826546373</c:v>
                </c:pt>
                <c:pt idx="131">
                  <c:v>-123.59391813387759</c:v>
                </c:pt>
                <c:pt idx="132">
                  <c:v>-151.52750523530344</c:v>
                </c:pt>
                <c:pt idx="133">
                  <c:v>-178.16365408645635</c:v>
                </c:pt>
                <c:pt idx="134">
                  <c:v>-193.66545668415699</c:v>
                </c:pt>
                <c:pt idx="135">
                  <c:v>-216.13417577478629</c:v>
                </c:pt>
                <c:pt idx="136">
                  <c:v>-235.47571714496996</c:v>
                </c:pt>
                <c:pt idx="137">
                  <c:v>-256.89261614481296</c:v>
                </c:pt>
                <c:pt idx="138">
                  <c:v>-255.5710945679777</c:v>
                </c:pt>
                <c:pt idx="139">
                  <c:v>-221.56462711406726</c:v>
                </c:pt>
                <c:pt idx="140">
                  <c:v>-182.50157200000257</c:v>
                </c:pt>
                <c:pt idx="141">
                  <c:v>-159.0781863092275</c:v>
                </c:pt>
                <c:pt idx="142">
                  <c:v>-132.34893991397294</c:v>
                </c:pt>
                <c:pt idx="143">
                  <c:v>-103.18824471719779</c:v>
                </c:pt>
                <c:pt idx="144">
                  <c:v>-79.918334165619328</c:v>
                </c:pt>
                <c:pt idx="145">
                  <c:v>-52.498581362927752</c:v>
                </c:pt>
                <c:pt idx="146">
                  <c:v>-21.42107412629376</c:v>
                </c:pt>
                <c:pt idx="147">
                  <c:v>13.625894289569173</c:v>
                </c:pt>
                <c:pt idx="148">
                  <c:v>57.74090079353406</c:v>
                </c:pt>
                <c:pt idx="149">
                  <c:v>94.096849717785432</c:v>
                </c:pt>
                <c:pt idx="150">
                  <c:v>123.13475606938553</c:v>
                </c:pt>
                <c:pt idx="151">
                  <c:v>149.80206629446224</c:v>
                </c:pt>
                <c:pt idx="152">
                  <c:v>167.07840515986859</c:v>
                </c:pt>
                <c:pt idx="153">
                  <c:v>185.09640982088615</c:v>
                </c:pt>
                <c:pt idx="154">
                  <c:v>207.45172176843002</c:v>
                </c:pt>
                <c:pt idx="155">
                  <c:v>227.7844372596451</c:v>
                </c:pt>
                <c:pt idx="156">
                  <c:v>241.88227016213054</c:v>
                </c:pt>
                <c:pt idx="157">
                  <c:v>238.73218553405144</c:v>
                </c:pt>
                <c:pt idx="158">
                  <c:v>222.153707359235</c:v>
                </c:pt>
                <c:pt idx="159">
                  <c:v>190.94135804690228</c:v>
                </c:pt>
                <c:pt idx="160">
                  <c:v>164.46300761776658</c:v>
                </c:pt>
                <c:pt idx="161">
                  <c:v>141.44136462509783</c:v>
                </c:pt>
                <c:pt idx="162">
                  <c:v>107.23923449710394</c:v>
                </c:pt>
                <c:pt idx="163">
                  <c:v>80.111632784911507</c:v>
                </c:pt>
                <c:pt idx="164">
                  <c:v>54.25559788095012</c:v>
                </c:pt>
                <c:pt idx="165">
                  <c:v>21.914525820789443</c:v>
                </c:pt>
                <c:pt idx="166">
                  <c:v>-14.047336907043714</c:v>
                </c:pt>
                <c:pt idx="167">
                  <c:v>-58.418938940160281</c:v>
                </c:pt>
                <c:pt idx="168">
                  <c:v>-88.619289574601424</c:v>
                </c:pt>
                <c:pt idx="169">
                  <c:v>-124.90393420373624</c:v>
                </c:pt>
                <c:pt idx="170">
                  <c:v>-153.91981272849443</c:v>
                </c:pt>
                <c:pt idx="171">
                  <c:v>-174.67187591119219</c:v>
                </c:pt>
                <c:pt idx="172">
                  <c:v>-192.60019003327338</c:v>
                </c:pt>
                <c:pt idx="173">
                  <c:v>-217.238975317523</c:v>
                </c:pt>
                <c:pt idx="174">
                  <c:v>-232.15726498816773</c:v>
                </c:pt>
                <c:pt idx="175">
                  <c:v>-258.97070134932585</c:v>
                </c:pt>
                <c:pt idx="176">
                  <c:v>-243.19482675069409</c:v>
                </c:pt>
                <c:pt idx="177">
                  <c:v>-220.63259581545017</c:v>
                </c:pt>
                <c:pt idx="178">
                  <c:v>-181.22146948588468</c:v>
                </c:pt>
                <c:pt idx="179">
                  <c:v>-159.79773542345666</c:v>
                </c:pt>
                <c:pt idx="180">
                  <c:v>-125.62937978121043</c:v>
                </c:pt>
                <c:pt idx="181">
                  <c:v>-103.32379387956469</c:v>
                </c:pt>
                <c:pt idx="182">
                  <c:v>-77.543828784330287</c:v>
                </c:pt>
                <c:pt idx="183">
                  <c:v>-50.892770354590922</c:v>
                </c:pt>
                <c:pt idx="184">
                  <c:v>-19.311560295298793</c:v>
                </c:pt>
                <c:pt idx="185">
                  <c:v>16.92533422491184</c:v>
                </c:pt>
                <c:pt idx="186">
                  <c:v>61.684381004983479</c:v>
                </c:pt>
                <c:pt idx="187">
                  <c:v>97.207393173157655</c:v>
                </c:pt>
                <c:pt idx="188">
                  <c:v>125.92064577520269</c:v>
                </c:pt>
                <c:pt idx="189">
                  <c:v>154.13322601252602</c:v>
                </c:pt>
                <c:pt idx="190">
                  <c:v>168.98897572147757</c:v>
                </c:pt>
                <c:pt idx="191">
                  <c:v>188.31494662535209</c:v>
                </c:pt>
                <c:pt idx="192">
                  <c:v>206.59690628616428</c:v>
                </c:pt>
                <c:pt idx="193">
                  <c:v>228.32881662606908</c:v>
                </c:pt>
                <c:pt idx="194">
                  <c:v>243.96364399110666</c:v>
                </c:pt>
                <c:pt idx="195">
                  <c:v>241.1954356215841</c:v>
                </c:pt>
                <c:pt idx="196">
                  <c:v>221.19871792853775</c:v>
                </c:pt>
                <c:pt idx="197">
                  <c:v>191.34847312703889</c:v>
                </c:pt>
                <c:pt idx="198">
                  <c:v>162.81834508900661</c:v>
                </c:pt>
                <c:pt idx="199">
                  <c:v>134.51768653157495</c:v>
                </c:pt>
                <c:pt idx="200">
                  <c:v>105.05398214350144</c:v>
                </c:pt>
                <c:pt idx="201">
                  <c:v>77.772620958744866</c:v>
                </c:pt>
                <c:pt idx="202">
                  <c:v>51.537786316955419</c:v>
                </c:pt>
                <c:pt idx="203">
                  <c:v>18.126516039556069</c:v>
                </c:pt>
                <c:pt idx="204">
                  <c:v>-17.221402701632567</c:v>
                </c:pt>
                <c:pt idx="205">
                  <c:v>-61.9225446382071</c:v>
                </c:pt>
                <c:pt idx="206">
                  <c:v>-91.563663774033088</c:v>
                </c:pt>
                <c:pt idx="207">
                  <c:v>-126.65895888620287</c:v>
                </c:pt>
                <c:pt idx="208">
                  <c:v>-156.2827913402306</c:v>
                </c:pt>
                <c:pt idx="209">
                  <c:v>-179.69985490970203</c:v>
                </c:pt>
                <c:pt idx="210">
                  <c:v>-198.48248529044781</c:v>
                </c:pt>
                <c:pt idx="211">
                  <c:v>-218.30238073404868</c:v>
                </c:pt>
                <c:pt idx="212">
                  <c:v>-237.64986973616223</c:v>
                </c:pt>
                <c:pt idx="213">
                  <c:v>-259.9998207842778</c:v>
                </c:pt>
                <c:pt idx="214">
                  <c:v>-242.65903336629552</c:v>
                </c:pt>
                <c:pt idx="215">
                  <c:v>-219.66174543789631</c:v>
                </c:pt>
                <c:pt idx="216">
                  <c:v>-179.90659730278455</c:v>
                </c:pt>
                <c:pt idx="217">
                  <c:v>-159.64273781021916</c:v>
                </c:pt>
                <c:pt idx="218">
                  <c:v>-125.7902725213827</c:v>
                </c:pt>
                <c:pt idx="219">
                  <c:v>-102.25951268959062</c:v>
                </c:pt>
                <c:pt idx="220">
                  <c:v>-75.154513711822332</c:v>
                </c:pt>
                <c:pt idx="221">
                  <c:v>-48.687830641087139</c:v>
                </c:pt>
                <c:pt idx="222">
                  <c:v>-16.224661426401415</c:v>
                </c:pt>
                <c:pt idx="223">
                  <c:v>20.162186366593229</c:v>
                </c:pt>
                <c:pt idx="224">
                  <c:v>65.418262316214452</c:v>
                </c:pt>
                <c:pt idx="225">
                  <c:v>100.29962638758057</c:v>
                </c:pt>
                <c:pt idx="226">
                  <c:v>128.68102939251651</c:v>
                </c:pt>
                <c:pt idx="227">
                  <c:v>153.00700496452723</c:v>
                </c:pt>
                <c:pt idx="228">
                  <c:v>170.86682578413527</c:v>
                </c:pt>
                <c:pt idx="229">
                  <c:v>190.64578304944229</c:v>
                </c:pt>
                <c:pt idx="230">
                  <c:v>214.21509649892107</c:v>
                </c:pt>
                <c:pt idx="231">
                  <c:v>228.83585427789089</c:v>
                </c:pt>
                <c:pt idx="232">
                  <c:v>244.9986399851789</c:v>
                </c:pt>
                <c:pt idx="233">
                  <c:v>241.622627177472</c:v>
                </c:pt>
                <c:pt idx="234">
                  <c:v>220.20452999511781</c:v>
                </c:pt>
                <c:pt idx="235">
                  <c:v>184.65801193875708</c:v>
                </c:pt>
                <c:pt idx="236">
                  <c:v>161.14399836886571</c:v>
                </c:pt>
                <c:pt idx="237">
                  <c:v>130.4160005206264</c:v>
                </c:pt>
                <c:pt idx="238">
                  <c:v>102.84852763067775</c:v>
                </c:pt>
                <c:pt idx="239">
                  <c:v>78.197971431890068</c:v>
                </c:pt>
                <c:pt idx="240">
                  <c:v>48.810063900046458</c:v>
                </c:pt>
                <c:pt idx="241">
                  <c:v>15.532395189154171</c:v>
                </c:pt>
                <c:pt idx="242">
                  <c:v>-20.392202087902447</c:v>
                </c:pt>
                <c:pt idx="243">
                  <c:v>-65.414269699893708</c:v>
                </c:pt>
                <c:pt idx="244">
                  <c:v>-97.341682584962356</c:v>
                </c:pt>
                <c:pt idx="245">
                  <c:v>-128.89535473224018</c:v>
                </c:pt>
                <c:pt idx="246">
                  <c:v>-158.61599081321</c:v>
                </c:pt>
                <c:pt idx="247">
                  <c:v>-177.59407827060824</c:v>
                </c:pt>
                <c:pt idx="248">
                  <c:v>-196.42952067002193</c:v>
                </c:pt>
                <c:pt idx="249">
                  <c:v>-219.32418939618398</c:v>
                </c:pt>
                <c:pt idx="250">
                  <c:v>-240.15540062703903</c:v>
                </c:pt>
                <c:pt idx="251">
                  <c:v>-259.97905468674344</c:v>
                </c:pt>
                <c:pt idx="252">
                  <c:v>-242.07678932393893</c:v>
                </c:pt>
                <c:pt idx="253">
                  <c:v>-212.05498072997881</c:v>
                </c:pt>
                <c:pt idx="254">
                  <c:v>-178.55720772583641</c:v>
                </c:pt>
                <c:pt idx="255">
                  <c:v>-153.16831122294258</c:v>
                </c:pt>
                <c:pt idx="256">
                  <c:v>-125.19910524610934</c:v>
                </c:pt>
                <c:pt idx="257">
                  <c:v>-100.59686168841425</c:v>
                </c:pt>
                <c:pt idx="258">
                  <c:v>-72.750845270913203</c:v>
                </c:pt>
                <c:pt idx="259">
                  <c:v>-46.192147952010906</c:v>
                </c:pt>
                <c:pt idx="260">
                  <c:v>-13.281056833442136</c:v>
                </c:pt>
                <c:pt idx="261">
                  <c:v>23.395054068368228</c:v>
                </c:pt>
                <c:pt idx="262">
                  <c:v>61.481249131706271</c:v>
                </c:pt>
                <c:pt idx="263">
                  <c:v>103.37296689984994</c:v>
                </c:pt>
                <c:pt idx="264">
                  <c:v>131.41534778673514</c:v>
                </c:pt>
                <c:pt idx="265">
                  <c:v>158.01616946662</c:v>
                </c:pt>
                <c:pt idx="266">
                  <c:v>167.14025007970477</c:v>
                </c:pt>
                <c:pt idx="267">
                  <c:v>192.0679613502044</c:v>
                </c:pt>
                <c:pt idx="268">
                  <c:v>218.04540471082896</c:v>
                </c:pt>
                <c:pt idx="269">
                  <c:v>229.30546729235223</c:v>
                </c:pt>
                <c:pt idx="270">
                  <c:v>245.98618269527259</c:v>
                </c:pt>
                <c:pt idx="271">
                  <c:v>241.99443723342907</c:v>
                </c:pt>
                <c:pt idx="272">
                  <c:v>219.17131973847017</c:v>
                </c:pt>
                <c:pt idx="273">
                  <c:v>180.62913654198704</c:v>
                </c:pt>
                <c:pt idx="274">
                  <c:v>159.44027271550408</c:v>
                </c:pt>
                <c:pt idx="275">
                  <c:v>127.01600054040854</c:v>
                </c:pt>
                <c:pt idx="276">
                  <c:v>100.62329507338146</c:v>
                </c:pt>
                <c:pt idx="277">
                  <c:v>74.20574811571548</c:v>
                </c:pt>
                <c:pt idx="278">
                  <c:v>46.072955178474061</c:v>
                </c:pt>
                <c:pt idx="279">
                  <c:v>12.817195227336736</c:v>
                </c:pt>
                <c:pt idx="280">
                  <c:v>-23.559133655755261</c:v>
                </c:pt>
                <c:pt idx="281">
                  <c:v>-70.748267690372614</c:v>
                </c:pt>
                <c:pt idx="282">
                  <c:v>-101.59802130959935</c:v>
                </c:pt>
                <c:pt idx="283">
                  <c:v>-131.64883354840418</c:v>
                </c:pt>
                <c:pt idx="284">
                  <c:v>-160.9189665644414</c:v>
                </c:pt>
                <c:pt idx="285">
                  <c:v>-182.61466551415089</c:v>
                </c:pt>
                <c:pt idx="286">
                  <c:v>-202.30751254232305</c:v>
                </c:pt>
                <c:pt idx="287">
                  <c:v>-220.30420660186576</c:v>
                </c:pt>
                <c:pt idx="288">
                  <c:v>-234.70137582429456</c:v>
                </c:pt>
                <c:pt idx="289">
                  <c:v>-259.90829392789499</c:v>
                </c:pt>
                <c:pt idx="290">
                  <c:v>-241.44820607885615</c:v>
                </c:pt>
                <c:pt idx="291">
                  <c:v>-207.28683331660787</c:v>
                </c:pt>
                <c:pt idx="292">
                  <c:v>-177.17355965278045</c:v>
                </c:pt>
                <c:pt idx="293">
                  <c:v>-149.08703054784621</c:v>
                </c:pt>
                <c:pt idx="294">
                  <c:v>-123.88648607489408</c:v>
                </c:pt>
                <c:pt idx="295">
                  <c:v>-98.370976307759122</c:v>
                </c:pt>
                <c:pt idx="296">
                  <c:v>-72.93821891553614</c:v>
                </c:pt>
                <c:pt idx="297">
                  <c:v>-43.446553525887403</c:v>
                </c:pt>
                <c:pt idx="298">
                  <c:v>-10.798820652297527</c:v>
                </c:pt>
                <c:pt idx="299">
                  <c:v>26.623298452742972</c:v>
                </c:pt>
                <c:pt idx="300">
                  <c:v>60.680541091163974</c:v>
                </c:pt>
                <c:pt idx="301">
                  <c:v>106.42683580744136</c:v>
                </c:pt>
                <c:pt idx="302">
                  <c:v>134.12304710295641</c:v>
                </c:pt>
                <c:pt idx="303">
                  <c:v>161.66260475057146</c:v>
                </c:pt>
                <c:pt idx="304">
                  <c:v>172.11015721002914</c:v>
                </c:pt>
                <c:pt idx="305">
                  <c:v>187.2126147508105</c:v>
                </c:pt>
                <c:pt idx="306">
                  <c:v>220.90318358240421</c:v>
                </c:pt>
                <c:pt idx="307">
                  <c:v>229.73757886725429</c:v>
                </c:pt>
                <c:pt idx="308">
                  <c:v>252.92388730621923</c:v>
                </c:pt>
                <c:pt idx="309">
                  <c:v>241.32936179131246</c:v>
                </c:pt>
                <c:pt idx="310">
                  <c:v>218.0992702532142</c:v>
                </c:pt>
                <c:pt idx="311">
                  <c:v>177.47174693802879</c:v>
                </c:pt>
                <c:pt idx="312">
                  <c:v>157.70747874329587</c:v>
                </c:pt>
                <c:pt idx="313">
                  <c:v>124.28678342439891</c:v>
                </c:pt>
                <c:pt idx="314">
                  <c:v>98.378712389731447</c:v>
                </c:pt>
                <c:pt idx="315">
                  <c:v>73.647493592116192</c:v>
                </c:pt>
                <c:pt idx="316">
                  <c:v>43.326986505500344</c:v>
                </c:pt>
                <c:pt idx="317">
                  <c:v>10.368274716674462</c:v>
                </c:pt>
                <c:pt idx="318">
                  <c:v>-26.721596728707304</c:v>
                </c:pt>
                <c:pt idx="319">
                  <c:v>-60.670574343179005</c:v>
                </c:pt>
                <c:pt idx="320">
                  <c:v>-105.47779979579926</c:v>
                </c:pt>
                <c:pt idx="321">
                  <c:v>-130.32080318994596</c:v>
                </c:pt>
                <c:pt idx="322">
                  <c:v>-163.19127976995787</c:v>
                </c:pt>
                <c:pt idx="323">
                  <c:v>-174.66760406827893</c:v>
                </c:pt>
                <c:pt idx="324">
                  <c:v>-205.5170637820658</c:v>
                </c:pt>
                <c:pt idx="325">
                  <c:v>-221.24224561224628</c:v>
                </c:pt>
                <c:pt idx="326">
                  <c:v>-239.10108051527868</c:v>
                </c:pt>
                <c:pt idx="327">
                  <c:v>-259.787552115214</c:v>
                </c:pt>
                <c:pt idx="328">
                  <c:v>-240.77340395669484</c:v>
                </c:pt>
                <c:pt idx="329">
                  <c:v>-197.85267523691473</c:v>
                </c:pt>
                <c:pt idx="330">
                  <c:v>-175.75591855428976</c:v>
                </c:pt>
                <c:pt idx="331">
                  <c:v>-145.79306531946966</c:v>
                </c:pt>
                <c:pt idx="332">
                  <c:v>-117.36960170858228</c:v>
                </c:pt>
                <c:pt idx="333">
                  <c:v>-96.126217190491033</c:v>
                </c:pt>
                <c:pt idx="334">
                  <c:v>-69.339372637119098</c:v>
                </c:pt>
                <c:pt idx="335">
                  <c:v>-40.692604212361708</c:v>
                </c:pt>
                <c:pt idx="336">
                  <c:v>-7.7756112805426358</c:v>
                </c:pt>
                <c:pt idx="337">
                  <c:v>30.879919012362759</c:v>
                </c:pt>
                <c:pt idx="338">
                  <c:v>66.494672400384758</c:v>
                </c:pt>
                <c:pt idx="339">
                  <c:v>109.46065787555361</c:v>
                </c:pt>
                <c:pt idx="340">
                  <c:v>136.80357887815453</c:v>
                </c:pt>
                <c:pt idx="341">
                  <c:v>159.59206591389389</c:v>
                </c:pt>
                <c:pt idx="342">
                  <c:v>175.48800462313272</c:v>
                </c:pt>
                <c:pt idx="343">
                  <c:v>192.10763940392397</c:v>
                </c:pt>
                <c:pt idx="344">
                  <c:v>222.77477956583294</c:v>
                </c:pt>
                <c:pt idx="345">
                  <c:v>230.13211833351838</c:v>
                </c:pt>
                <c:pt idx="346">
                  <c:v>256.80994286078305</c:v>
                </c:pt>
                <c:pt idx="347">
                  <c:v>240.61375491464059</c:v>
                </c:pt>
                <c:pt idx="348">
                  <c:v>216.98857151664754</c:v>
                </c:pt>
                <c:pt idx="349">
                  <c:v>175.16646585225948</c:v>
                </c:pt>
                <c:pt idx="350">
                  <c:v>150.59484645167302</c:v>
                </c:pt>
                <c:pt idx="351">
                  <c:v>126.69858460721923</c:v>
                </c:pt>
                <c:pt idx="352">
                  <c:v>99.65629794804569</c:v>
                </c:pt>
                <c:pt idx="353">
                  <c:v>72.231400757346975</c:v>
                </c:pt>
                <c:pt idx="354">
                  <c:v>40.572685938179561</c:v>
                </c:pt>
                <c:pt idx="355">
                  <c:v>7.6177996355957802</c:v>
                </c:pt>
                <c:pt idx="356">
                  <c:v>-30.913761745450806</c:v>
                </c:pt>
                <c:pt idx="357">
                  <c:v>-65.606083192492875</c:v>
                </c:pt>
                <c:pt idx="358">
                  <c:v>-108.94258268953779</c:v>
                </c:pt>
                <c:pt idx="359">
                  <c:v>-134.71063327517891</c:v>
                </c:pt>
                <c:pt idx="360">
                  <c:v>-160.41939146514761</c:v>
                </c:pt>
                <c:pt idx="361">
                  <c:v>-177.16260890000765</c:v>
                </c:pt>
                <c:pt idx="362">
                  <c:v>-207.80779809230782</c:v>
                </c:pt>
                <c:pt idx="363">
                  <c:v>-222.13812768727627</c:v>
                </c:pt>
                <c:pt idx="364">
                  <c:v>-241.48173388639162</c:v>
                </c:pt>
                <c:pt idx="365">
                  <c:v>-231.65811450961417</c:v>
                </c:pt>
                <c:pt idx="366">
                  <c:v>-240.05251213048476</c:v>
                </c:pt>
                <c:pt idx="367">
                  <c:v>-199.61051431736021</c:v>
                </c:pt>
                <c:pt idx="368">
                  <c:v>-174.30455642303644</c:v>
                </c:pt>
                <c:pt idx="369">
                  <c:v>-148.53825586060583</c:v>
                </c:pt>
                <c:pt idx="370">
                  <c:v>-117.95494166401069</c:v>
                </c:pt>
                <c:pt idx="371">
                  <c:v>-93.863015022508719</c:v>
                </c:pt>
                <c:pt idx="372">
                  <c:v>-66.15100423110475</c:v>
                </c:pt>
                <c:pt idx="373">
                  <c:v>-37.930829603186574</c:v>
                </c:pt>
                <c:pt idx="374">
                  <c:v>-5.0753767838158907</c:v>
                </c:pt>
                <c:pt idx="375">
                  <c:v>34.780943931793729</c:v>
                </c:pt>
                <c:pt idx="376">
                  <c:v>71.951540831032659</c:v>
                </c:pt>
                <c:pt idx="377">
                  <c:v>109.27338590758127</c:v>
                </c:pt>
                <c:pt idx="378">
                  <c:v>139.45640015227491</c:v>
                </c:pt>
                <c:pt idx="379">
                  <c:v>159.55112168835581</c:v>
                </c:pt>
                <c:pt idx="380">
                  <c:v>178.0438455713562</c:v>
                </c:pt>
                <c:pt idx="381">
                  <c:v>195.20707028979157</c:v>
                </c:pt>
                <c:pt idx="382">
                  <c:v>223.64763575691228</c:v>
                </c:pt>
                <c:pt idx="383">
                  <c:v>230.48902116674341</c:v>
                </c:pt>
                <c:pt idx="384">
                  <c:v>258.64461922647752</c:v>
                </c:pt>
                <c:pt idx="385">
                  <c:v>239.8477664427939</c:v>
                </c:pt>
                <c:pt idx="386">
                  <c:v>215.83942035508025</c:v>
                </c:pt>
                <c:pt idx="387">
                  <c:v>173.69290659967643</c:v>
                </c:pt>
                <c:pt idx="388">
                  <c:v>151.13328896094291</c:v>
                </c:pt>
                <c:pt idx="389">
                  <c:v>126.40094216647184</c:v>
                </c:pt>
                <c:pt idx="390">
                  <c:v>95.314804104110834</c:v>
                </c:pt>
                <c:pt idx="391">
                  <c:v>70.03290352751192</c:v>
                </c:pt>
                <c:pt idx="392">
                  <c:v>37.810583135811406</c:v>
                </c:pt>
                <c:pt idx="393">
                  <c:v>4.7120151674652107</c:v>
                </c:pt>
                <c:pt idx="394">
                  <c:v>-34.746600543810295</c:v>
                </c:pt>
                <c:pt idx="395">
                  <c:v>-71.324101641464409</c:v>
                </c:pt>
                <c:pt idx="396">
                  <c:v>-111.95441622156315</c:v>
                </c:pt>
                <c:pt idx="397">
                  <c:v>-138.53983275687648</c:v>
                </c:pt>
                <c:pt idx="398">
                  <c:v>-165.46502121194956</c:v>
                </c:pt>
                <c:pt idx="399">
                  <c:v>-179.64082065486528</c:v>
                </c:pt>
                <c:pt idx="400">
                  <c:v>-210.07014393172645</c:v>
                </c:pt>
                <c:pt idx="401">
                  <c:v>-222.99168211976263</c:v>
                </c:pt>
                <c:pt idx="402">
                  <c:v>-242.82753856644234</c:v>
                </c:pt>
                <c:pt idx="403">
                  <c:v>-231.46124943158657</c:v>
                </c:pt>
                <c:pt idx="404">
                  <c:v>-232.47672680659684</c:v>
                </c:pt>
                <c:pt idx="405">
                  <c:v>-199.45684233630885</c:v>
                </c:pt>
                <c:pt idx="406">
                  <c:v>-172.81975172150641</c:v>
                </c:pt>
                <c:pt idx="407">
                  <c:v>-143.69506705598124</c:v>
                </c:pt>
                <c:pt idx="408">
                  <c:v>-117.18442948285396</c:v>
                </c:pt>
                <c:pt idx="409">
                  <c:v>-91.581804028247277</c:v>
                </c:pt>
                <c:pt idx="410">
                  <c:v>-63.335201545581448</c:v>
                </c:pt>
                <c:pt idx="411">
                  <c:v>-35.161760794939688</c:v>
                </c:pt>
                <c:pt idx="412">
                  <c:v>-2.2173221736856767</c:v>
                </c:pt>
                <c:pt idx="413">
                  <c:v>38.472336623248324</c:v>
                </c:pt>
                <c:pt idx="414">
                  <c:v>76.96976773854108</c:v>
                </c:pt>
                <c:pt idx="415">
                  <c:v>110.3027711073409</c:v>
                </c:pt>
                <c:pt idx="416">
                  <c:v>142.08097357821487</c:v>
                </c:pt>
                <c:pt idx="417">
                  <c:v>160.89208695663569</c:v>
                </c:pt>
                <c:pt idx="418">
                  <c:v>179.75276830514866</c:v>
                </c:pt>
                <c:pt idx="419">
                  <c:v>197.38299087957881</c:v>
                </c:pt>
                <c:pt idx="420">
                  <c:v>224.47787667397</c:v>
                </c:pt>
                <c:pt idx="421">
                  <c:v>230.80822899775842</c:v>
                </c:pt>
                <c:pt idx="422">
                  <c:v>259.428381755933</c:v>
                </c:pt>
                <c:pt idx="423">
                  <c:v>239.03155676444632</c:v>
                </c:pt>
                <c:pt idx="424">
                  <c:v>207.2819939571458</c:v>
                </c:pt>
                <c:pt idx="425">
                  <c:v>172.18563931057085</c:v>
                </c:pt>
                <c:pt idx="426">
                  <c:v>150.84436365354142</c:v>
                </c:pt>
                <c:pt idx="427">
                  <c:v>121.04378407226943</c:v>
                </c:pt>
                <c:pt idx="428">
                  <c:v>92.014951753427624</c:v>
                </c:pt>
                <c:pt idx="429">
                  <c:v>67.796189353501134</c:v>
                </c:pt>
                <c:pt idx="430">
                  <c:v>35.041209258085807</c:v>
                </c:pt>
                <c:pt idx="431">
                  <c:v>1.7983679415288609</c:v>
                </c:pt>
                <c:pt idx="432">
                  <c:v>-38.212070617245971</c:v>
                </c:pt>
                <c:pt idx="433">
                  <c:v>-76.311992119778679</c:v>
                </c:pt>
                <c:pt idx="434">
                  <c:v>-111.66087190643155</c:v>
                </c:pt>
                <c:pt idx="435">
                  <c:v>-141.77259230716933</c:v>
                </c:pt>
                <c:pt idx="436">
                  <c:v>-169.08479273329669</c:v>
                </c:pt>
                <c:pt idx="437">
                  <c:v>-187.11345640626618</c:v>
                </c:pt>
                <c:pt idx="438">
                  <c:v>-211.38820995287685</c:v>
                </c:pt>
                <c:pt idx="439">
                  <c:v>-223.80274626789651</c:v>
                </c:pt>
                <c:pt idx="440">
                  <c:v>-244.12998271433651</c:v>
                </c:pt>
                <c:pt idx="441">
                  <c:v>-231.21987374178448</c:v>
                </c:pt>
                <c:pt idx="442">
                  <c:v>-227.80959241484376</c:v>
                </c:pt>
                <c:pt idx="443">
                  <c:v>-199.2578951839368</c:v>
                </c:pt>
                <c:pt idx="444">
                  <c:v>-171.30178932857248</c:v>
                </c:pt>
                <c:pt idx="445">
                  <c:v>-140.3686876736424</c:v>
                </c:pt>
                <c:pt idx="446">
                  <c:v>-115.73514642186815</c:v>
                </c:pt>
                <c:pt idx="447">
                  <c:v>-89.283021887366715</c:v>
                </c:pt>
                <c:pt idx="448">
                  <c:v>-60.853643136700207</c:v>
                </c:pt>
                <c:pt idx="449">
                  <c:v>-32.385930286892894</c:v>
                </c:pt>
                <c:pt idx="450">
                  <c:v>0.71628181222866749</c:v>
                </c:pt>
                <c:pt idx="451">
                  <c:v>42.040760922326001</c:v>
                </c:pt>
                <c:pt idx="452">
                  <c:v>80.806263112850004</c:v>
                </c:pt>
                <c:pt idx="453">
                  <c:v>112.1773271529711</c:v>
                </c:pt>
                <c:pt idx="454">
                  <c:v>144.67676753066627</c:v>
                </c:pt>
                <c:pt idx="455">
                  <c:v>162.18366540441627</c:v>
                </c:pt>
              </c:numCache>
            </c:numRef>
          </c:xVal>
          <c:yVal>
            <c:numRef>
              <c:f>Sheet2!$B$1:$B$456</c:f>
              <c:numCache>
                <c:formatCode>General</c:formatCode>
                <c:ptCount val="456"/>
                <c:pt idx="0">
                  <c:v>-147.54988318276494</c:v>
                </c:pt>
                <c:pt idx="1">
                  <c:v>-119.16960476195837</c:v>
                </c:pt>
                <c:pt idx="2">
                  <c:v>-85.937717021499211</c:v>
                </c:pt>
                <c:pt idx="3">
                  <c:v>-55.614980517366973</c:v>
                </c:pt>
                <c:pt idx="4">
                  <c:v>-20.747111975009524</c:v>
                </c:pt>
                <c:pt idx="5">
                  <c:v>20.625550460998458</c:v>
                </c:pt>
                <c:pt idx="6">
                  <c:v>59.840820969011503</c:v>
                </c:pt>
                <c:pt idx="7">
                  <c:v>88.653831174894989</c:v>
                </c:pt>
                <c:pt idx="8">
                  <c:v>111.64330527564185</c:v>
                </c:pt>
                <c:pt idx="9">
                  <c:v>137.19704753271074</c:v>
                </c:pt>
                <c:pt idx="10">
                  <c:v>152.24220505700237</c:v>
                </c:pt>
                <c:pt idx="11">
                  <c:v>167.69772869983649</c:v>
                </c:pt>
                <c:pt idx="12">
                  <c:v>192.30639342177065</c:v>
                </c:pt>
                <c:pt idx="13">
                  <c:v>200.41690860322291</c:v>
                </c:pt>
                <c:pt idx="14">
                  <c:v>227.99621830703447</c:v>
                </c:pt>
                <c:pt idx="15">
                  <c:v>241.41765319674238</c:v>
                </c:pt>
                <c:pt idx="16">
                  <c:v>235.95023789580739</c:v>
                </c:pt>
                <c:pt idx="17">
                  <c:v>212.02550802269303</c:v>
                </c:pt>
                <c:pt idx="18">
                  <c:v>180.48091209186188</c:v>
                </c:pt>
                <c:pt idx="19">
                  <c:v>149.44893978663032</c:v>
                </c:pt>
                <c:pt idx="20">
                  <c:v>115.17105736142737</c:v>
                </c:pt>
                <c:pt idx="21">
                  <c:v>90.407317039393746</c:v>
                </c:pt>
                <c:pt idx="22">
                  <c:v>53.965081370057597</c:v>
                </c:pt>
                <c:pt idx="23">
                  <c:v>17.260957504969834</c:v>
                </c:pt>
                <c:pt idx="24">
                  <c:v>-22.865613174602963</c:v>
                </c:pt>
                <c:pt idx="25">
                  <c:v>-60.186987731683573</c:v>
                </c:pt>
                <c:pt idx="26">
                  <c:v>-85.950092346197195</c:v>
                </c:pt>
                <c:pt idx="27">
                  <c:v>-113.15863998472666</c:v>
                </c:pt>
                <c:pt idx="28">
                  <c:v>-130.66704797164738</c:v>
                </c:pt>
                <c:pt idx="29">
                  <c:v>-151.10077945571689</c:v>
                </c:pt>
                <c:pt idx="30">
                  <c:v>-167.81228571776884</c:v>
                </c:pt>
                <c:pt idx="31">
                  <c:v>-187.44295046697661</c:v>
                </c:pt>
                <c:pt idx="32">
                  <c:v>-200.82228359148664</c:v>
                </c:pt>
                <c:pt idx="33">
                  <c:v>-216.96825860301121</c:v>
                </c:pt>
                <c:pt idx="34">
                  <c:v>-241.8020958907903</c:v>
                </c:pt>
                <c:pt idx="35">
                  <c:v>-230.03397497676087</c:v>
                </c:pt>
                <c:pt idx="36">
                  <c:v>-201.702820057324</c:v>
                </c:pt>
                <c:pt idx="37">
                  <c:v>-179.35126830907959</c:v>
                </c:pt>
                <c:pt idx="38">
                  <c:v>-145.32155968046925</c:v>
                </c:pt>
                <c:pt idx="39">
                  <c:v>-116.63756940144299</c:v>
                </c:pt>
                <c:pt idx="40">
                  <c:v>-83.179067254621899</c:v>
                </c:pt>
                <c:pt idx="41">
                  <c:v>-52.73008793403671</c:v>
                </c:pt>
                <c:pt idx="42">
                  <c:v>-17.209524281695245</c:v>
                </c:pt>
                <c:pt idx="43">
                  <c:v>21.842583640074206</c:v>
                </c:pt>
                <c:pt idx="44">
                  <c:v>62.125942458013377</c:v>
                </c:pt>
                <c:pt idx="45">
                  <c:v>90.63755324101237</c:v>
                </c:pt>
                <c:pt idx="46">
                  <c:v>113.93846042507782</c:v>
                </c:pt>
                <c:pt idx="47">
                  <c:v>139.34531381221771</c:v>
                </c:pt>
                <c:pt idx="48">
                  <c:v>153.04854393441732</c:v>
                </c:pt>
                <c:pt idx="49">
                  <c:v>168.89116609544195</c:v>
                </c:pt>
                <c:pt idx="50">
                  <c:v>193.18949732829742</c:v>
                </c:pt>
                <c:pt idx="51">
                  <c:v>200.84293764485133</c:v>
                </c:pt>
                <c:pt idx="52">
                  <c:v>229.95612981110511</c:v>
                </c:pt>
                <c:pt idx="53">
                  <c:v>248.67968912179936</c:v>
                </c:pt>
                <c:pt idx="54">
                  <c:v>239.48571526990943</c:v>
                </c:pt>
                <c:pt idx="55">
                  <c:v>212.06874164882771</c:v>
                </c:pt>
                <c:pt idx="56">
                  <c:v>178.47353533649823</c:v>
                </c:pt>
                <c:pt idx="57">
                  <c:v>149.81339213755081</c:v>
                </c:pt>
                <c:pt idx="58">
                  <c:v>113.70009125491109</c:v>
                </c:pt>
                <c:pt idx="59">
                  <c:v>87.464438314279448</c:v>
                </c:pt>
                <c:pt idx="60">
                  <c:v>52.408122159209725</c:v>
                </c:pt>
                <c:pt idx="61">
                  <c:v>13.870327548613464</c:v>
                </c:pt>
                <c:pt idx="62">
                  <c:v>-27.358665178456302</c:v>
                </c:pt>
                <c:pt idx="63">
                  <c:v>-62.896237754378042</c:v>
                </c:pt>
                <c:pt idx="64">
                  <c:v>-87.33014136813992</c:v>
                </c:pt>
                <c:pt idx="65">
                  <c:v>-115.57354613220302</c:v>
                </c:pt>
                <c:pt idx="66">
                  <c:v>-132.57802794668831</c:v>
                </c:pt>
                <c:pt idx="67">
                  <c:v>-152.65883243328048</c:v>
                </c:pt>
                <c:pt idx="68">
                  <c:v>-168.99783615117653</c:v>
                </c:pt>
                <c:pt idx="69">
                  <c:v>-191.13245769391642</c:v>
                </c:pt>
                <c:pt idx="70">
                  <c:v>-201.20779775309805</c:v>
                </c:pt>
                <c:pt idx="71">
                  <c:v>-223.89124851152928</c:v>
                </c:pt>
                <c:pt idx="72">
                  <c:v>-241.15133683014182</c:v>
                </c:pt>
                <c:pt idx="73">
                  <c:v>-229.78922781363332</c:v>
                </c:pt>
                <c:pt idx="74">
                  <c:v>-200.05099479979165</c:v>
                </c:pt>
                <c:pt idx="75">
                  <c:v>-177.30280398371599</c:v>
                </c:pt>
                <c:pt idx="76">
                  <c:v>-143.06509828384753</c:v>
                </c:pt>
                <c:pt idx="77">
                  <c:v>-114.08300155822373</c:v>
                </c:pt>
                <c:pt idx="78">
                  <c:v>-80.404568007682613</c:v>
                </c:pt>
                <c:pt idx="79">
                  <c:v>-49.83657168277184</c:v>
                </c:pt>
                <c:pt idx="80">
                  <c:v>-14.224127162439306</c:v>
                </c:pt>
                <c:pt idx="81">
                  <c:v>25.953916567217611</c:v>
                </c:pt>
                <c:pt idx="82">
                  <c:v>64.599065886938973</c:v>
                </c:pt>
                <c:pt idx="83">
                  <c:v>92.979471340298673</c:v>
                </c:pt>
                <c:pt idx="84">
                  <c:v>116.21284290873669</c:v>
                </c:pt>
                <c:pt idx="85">
                  <c:v>141.4644668259389</c:v>
                </c:pt>
                <c:pt idx="86">
                  <c:v>153.80885901191428</c:v>
                </c:pt>
                <c:pt idx="87">
                  <c:v>170.05366723652875</c:v>
                </c:pt>
                <c:pt idx="88">
                  <c:v>194.03545038242183</c:v>
                </c:pt>
                <c:pt idx="89">
                  <c:v>201.23078469271616</c:v>
                </c:pt>
                <c:pt idx="90">
                  <c:v>230.87190384791703</c:v>
                </c:pt>
                <c:pt idx="91">
                  <c:v>251.93210956849887</c:v>
                </c:pt>
                <c:pt idx="92">
                  <c:v>241.05978504094315</c:v>
                </c:pt>
                <c:pt idx="93">
                  <c:v>211.17802043482592</c:v>
                </c:pt>
                <c:pt idx="94">
                  <c:v>176.43215107379729</c:v>
                </c:pt>
                <c:pt idx="95">
                  <c:v>148.77556494150417</c:v>
                </c:pt>
                <c:pt idx="96">
                  <c:v>111.64518866391525</c:v>
                </c:pt>
                <c:pt idx="97">
                  <c:v>84.504893546650038</c:v>
                </c:pt>
                <c:pt idx="98">
                  <c:v>48.585674475215043</c:v>
                </c:pt>
                <c:pt idx="99">
                  <c:v>10.819137403064179</c:v>
                </c:pt>
                <c:pt idx="100">
                  <c:v>-31.409969607862905</c:v>
                </c:pt>
                <c:pt idx="101">
                  <c:v>-65.85273478569016</c:v>
                </c:pt>
                <c:pt idx="102">
                  <c:v>-89.052488674146645</c:v>
                </c:pt>
                <c:pt idx="103">
                  <c:v>-117.96483281832242</c:v>
                </c:pt>
                <c:pt idx="104">
                  <c:v>-134.46322027986716</c:v>
                </c:pt>
                <c:pt idx="105">
                  <c:v>-154.18759585102546</c:v>
                </c:pt>
                <c:pt idx="106">
                  <c:v>-170.15111056972529</c:v>
                </c:pt>
                <c:pt idx="107">
                  <c:v>-193.85005595268404</c:v>
                </c:pt>
                <c:pt idx="108">
                  <c:v>-201.55593583242072</c:v>
                </c:pt>
                <c:pt idx="109">
                  <c:v>-227.7669280929023</c:v>
                </c:pt>
                <c:pt idx="110">
                  <c:v>-247.29639651724227</c:v>
                </c:pt>
                <c:pt idx="111">
                  <c:v>-228.56228276193761</c:v>
                </c:pt>
                <c:pt idx="112">
                  <c:v>-198.35864784427119</c:v>
                </c:pt>
                <c:pt idx="113">
                  <c:v>-175.22055522977581</c:v>
                </c:pt>
                <c:pt idx="114">
                  <c:v>-140.78093590035149</c:v>
                </c:pt>
                <c:pt idx="115">
                  <c:v>-107.90941425802096</c:v>
                </c:pt>
                <c:pt idx="116">
                  <c:v>-75.111046404966956</c:v>
                </c:pt>
                <c:pt idx="117">
                  <c:v>-46.934904979609925</c:v>
                </c:pt>
                <c:pt idx="118">
                  <c:v>-10.690923518497678</c:v>
                </c:pt>
                <c:pt idx="119">
                  <c:v>28.913540098928976</c:v>
                </c:pt>
                <c:pt idx="120">
                  <c:v>67.298398460673909</c:v>
                </c:pt>
                <c:pt idx="121">
                  <c:v>92.643726746848699</c:v>
                </c:pt>
                <c:pt idx="122">
                  <c:v>118.46603807306776</c:v>
                </c:pt>
                <c:pt idx="123">
                  <c:v>143.55406382152583</c:v>
                </c:pt>
                <c:pt idx="124">
                  <c:v>155.34089751528265</c:v>
                </c:pt>
                <c:pt idx="125">
                  <c:v>171.1850191845993</c:v>
                </c:pt>
                <c:pt idx="126">
                  <c:v>194.84408990512932</c:v>
                </c:pt>
                <c:pt idx="127">
                  <c:v>201.58037601371149</c:v>
                </c:pt>
                <c:pt idx="128">
                  <c:v>230.74407881728953</c:v>
                </c:pt>
                <c:pt idx="129">
                  <c:v>253.15939773528967</c:v>
                </c:pt>
                <c:pt idx="130">
                  <c:v>215.6077195623848</c:v>
                </c:pt>
                <c:pt idx="131">
                  <c:v>203.39258442803751</c:v>
                </c:pt>
                <c:pt idx="132">
                  <c:v>174.35714828238358</c:v>
                </c:pt>
                <c:pt idx="133">
                  <c:v>147.03303153564349</c:v>
                </c:pt>
                <c:pt idx="134">
                  <c:v>112.55972142519235</c:v>
                </c:pt>
                <c:pt idx="135">
                  <c:v>81.529246667400159</c:v>
                </c:pt>
                <c:pt idx="136">
                  <c:v>46.380886527341168</c:v>
                </c:pt>
                <c:pt idx="137">
                  <c:v>7.4285779442495752</c:v>
                </c:pt>
                <c:pt idx="138">
                  <c:v>-35.318771514957859</c:v>
                </c:pt>
                <c:pt idx="139">
                  <c:v>-68.797645394332505</c:v>
                </c:pt>
                <c:pt idx="140">
                  <c:v>-91.154682916062413</c:v>
                </c:pt>
                <c:pt idx="141">
                  <c:v>-116.20297173724387</c:v>
                </c:pt>
                <c:pt idx="142">
                  <c:v>-136.32225828399257</c:v>
                </c:pt>
                <c:pt idx="143">
                  <c:v>-149.92059949247704</c:v>
                </c:pt>
                <c:pt idx="144">
                  <c:v>-171.27188871555194</c:v>
                </c:pt>
                <c:pt idx="145">
                  <c:v>-188.83828784142281</c:v>
                </c:pt>
                <c:pt idx="146">
                  <c:v>-201.86663315980636</c:v>
                </c:pt>
                <c:pt idx="147">
                  <c:v>-229.59602567294036</c:v>
                </c:pt>
                <c:pt idx="148">
                  <c:v>-250.42960762567844</c:v>
                </c:pt>
                <c:pt idx="149">
                  <c:v>-227.29228511585802</c:v>
                </c:pt>
                <c:pt idx="150">
                  <c:v>-196.62612198721951</c:v>
                </c:pt>
                <c:pt idx="151">
                  <c:v>-167.88192557243778</c:v>
                </c:pt>
                <c:pt idx="152">
                  <c:v>-138.46951480103766</c:v>
                </c:pt>
                <c:pt idx="153">
                  <c:v>-107.40260272180821</c:v>
                </c:pt>
                <c:pt idx="154">
                  <c:v>-76.189127408796949</c:v>
                </c:pt>
                <c:pt idx="155">
                  <c:v>-44.025562373543913</c:v>
                </c:pt>
                <c:pt idx="156">
                  <c:v>-7.5476738942601953</c:v>
                </c:pt>
                <c:pt idx="157">
                  <c:v>32.983989906244453</c:v>
                </c:pt>
                <c:pt idx="158">
                  <c:v>70.261869506492403</c:v>
                </c:pt>
                <c:pt idx="159">
                  <c:v>96.630211565558895</c:v>
                </c:pt>
                <c:pt idx="160">
                  <c:v>120.6976351272818</c:v>
                </c:pt>
                <c:pt idx="161">
                  <c:v>145.61366822173707</c:v>
                </c:pt>
                <c:pt idx="162">
                  <c:v>156.84306355231382</c:v>
                </c:pt>
                <c:pt idx="163">
                  <c:v>172.28501470683833</c:v>
                </c:pt>
                <c:pt idx="164">
                  <c:v>195.61526039289635</c:v>
                </c:pt>
                <c:pt idx="165">
                  <c:v>208.85342601463341</c:v>
                </c:pt>
                <c:pt idx="166">
                  <c:v>230.57248822402903</c:v>
                </c:pt>
                <c:pt idx="167">
                  <c:v>253.35198355865666</c:v>
                </c:pt>
                <c:pt idx="168">
                  <c:v>214.40760601082448</c:v>
                </c:pt>
                <c:pt idx="169">
                  <c:v>199.05779869281369</c:v>
                </c:pt>
                <c:pt idx="170">
                  <c:v>172.24892234677463</c:v>
                </c:pt>
                <c:pt idx="171">
                  <c:v>140.23457407381775</c:v>
                </c:pt>
                <c:pt idx="172">
                  <c:v>108.37973426405408</c:v>
                </c:pt>
                <c:pt idx="173">
                  <c:v>78.538064675624838</c:v>
                </c:pt>
                <c:pt idx="174">
                  <c:v>42.414670966702879</c:v>
                </c:pt>
                <c:pt idx="175">
                  <c:v>3.8956183897137584</c:v>
                </c:pt>
                <c:pt idx="176">
                  <c:v>-37.044247079673482</c:v>
                </c:pt>
                <c:pt idx="177">
                  <c:v>-71.730451439651532</c:v>
                </c:pt>
                <c:pt idx="178">
                  <c:v>-93.673790343812641</c:v>
                </c:pt>
                <c:pt idx="179">
                  <c:v>-120.26921365642561</c:v>
                </c:pt>
                <c:pt idx="180">
                  <c:v>-133.06486739853008</c:v>
                </c:pt>
                <c:pt idx="181">
                  <c:v>-154.66154537677824</c:v>
                </c:pt>
                <c:pt idx="182">
                  <c:v>-172.35995653708687</c:v>
                </c:pt>
                <c:pt idx="183">
                  <c:v>-193.41645722542555</c:v>
                </c:pt>
                <c:pt idx="184">
                  <c:v>-209.11017105574047</c:v>
                </c:pt>
                <c:pt idx="185">
                  <c:v>-230.37910725882898</c:v>
                </c:pt>
                <c:pt idx="186">
                  <c:v>-251.54728609156575</c:v>
                </c:pt>
                <c:pt idx="187">
                  <c:v>-225.97947409550085</c:v>
                </c:pt>
                <c:pt idx="188">
                  <c:v>-194.853768163605</c:v>
                </c:pt>
                <c:pt idx="189">
                  <c:v>-168.00877548203121</c:v>
                </c:pt>
                <c:pt idx="190">
                  <c:v>-136.13128253493343</c:v>
                </c:pt>
                <c:pt idx="191">
                  <c:v>-105.79924800059212</c:v>
                </c:pt>
                <c:pt idx="192">
                  <c:v>-72.654788644561194</c:v>
                </c:pt>
                <c:pt idx="193">
                  <c:v>-41.109019668911088</c:v>
                </c:pt>
                <c:pt idx="194">
                  <c:v>-4.2119366781290211</c:v>
                </c:pt>
                <c:pt idx="195">
                  <c:v>36.888505463277859</c:v>
                </c:pt>
                <c:pt idx="196">
                  <c:v>73.21288948519377</c:v>
                </c:pt>
                <c:pt idx="197">
                  <c:v>100.20859160746085</c:v>
                </c:pt>
                <c:pt idx="198">
                  <c:v>122.9072272182444</c:v>
                </c:pt>
                <c:pt idx="199">
                  <c:v>142.55171696683607</c:v>
                </c:pt>
                <c:pt idx="200">
                  <c:v>158.3150682524973</c:v>
                </c:pt>
                <c:pt idx="201">
                  <c:v>173.35345231407248</c:v>
                </c:pt>
                <c:pt idx="202">
                  <c:v>196.34881354759401</c:v>
                </c:pt>
                <c:pt idx="203">
                  <c:v>199.17687972319408</c:v>
                </c:pt>
                <c:pt idx="204">
                  <c:v>230.35716461397115</c:v>
                </c:pt>
                <c:pt idx="205">
                  <c:v>252.51851113439039</c:v>
                </c:pt>
                <c:pt idx="206">
                  <c:v>213.1668254590189</c:v>
                </c:pt>
                <c:pt idx="207">
                  <c:v>195.56714482208707</c:v>
                </c:pt>
                <c:pt idx="208">
                  <c:v>170.10787498204172</c:v>
                </c:pt>
                <c:pt idx="209">
                  <c:v>140.32805188354905</c:v>
                </c:pt>
                <c:pt idx="210">
                  <c:v>108.07730119191154</c:v>
                </c:pt>
                <c:pt idx="211">
                  <c:v>75.531917530580756</c:v>
                </c:pt>
                <c:pt idx="212">
                  <c:v>40.04421823915559</c:v>
                </c:pt>
                <c:pt idx="213">
                  <c:v>0.30527388266252586</c:v>
                </c:pt>
                <c:pt idx="214">
                  <c:v>-40.405365061277188</c:v>
                </c:pt>
                <c:pt idx="215">
                  <c:v>-74.650636910724543</c:v>
                </c:pt>
                <c:pt idx="216">
                  <c:v>-96.174925250471148</c:v>
                </c:pt>
                <c:pt idx="217">
                  <c:v>-123.76670095165997</c:v>
                </c:pt>
                <c:pt idx="218">
                  <c:v>-137.01389469318894</c:v>
                </c:pt>
                <c:pt idx="219">
                  <c:v>-157.75611577522901</c:v>
                </c:pt>
                <c:pt idx="220">
                  <c:v>-173.41510622993462</c:v>
                </c:pt>
                <c:pt idx="221">
                  <c:v>-196.04462539805783</c:v>
                </c:pt>
                <c:pt idx="222">
                  <c:v>-206.36317588561832</c:v>
                </c:pt>
                <c:pt idx="223">
                  <c:v>-230.11841786549542</c:v>
                </c:pt>
                <c:pt idx="224">
                  <c:v>-251.63555185133708</c:v>
                </c:pt>
                <c:pt idx="225">
                  <c:v>-224.62409698541194</c:v>
                </c:pt>
                <c:pt idx="226">
                  <c:v>-193.04194537582316</c:v>
                </c:pt>
                <c:pt idx="227">
                  <c:v>-162.22779179840035</c:v>
                </c:pt>
                <c:pt idx="228">
                  <c:v>-133.76669184237895</c:v>
                </c:pt>
                <c:pt idx="229">
                  <c:v>-103.64933866390557</c:v>
                </c:pt>
                <c:pt idx="230">
                  <c:v>-72.027025705341572</c:v>
                </c:pt>
                <c:pt idx="231">
                  <c:v>-38.185753847578908</c:v>
                </c:pt>
                <c:pt idx="232">
                  <c:v>-0.81633658052660962</c:v>
                </c:pt>
                <c:pt idx="233">
                  <c:v>40.540178044211459</c:v>
                </c:pt>
                <c:pt idx="234">
                  <c:v>76.150935448156289</c:v>
                </c:pt>
                <c:pt idx="235">
                  <c:v>100.00709288258435</c:v>
                </c:pt>
                <c:pt idx="236">
                  <c:v>125.09441150465119</c:v>
                </c:pt>
                <c:pt idx="237">
                  <c:v>142.26969743485074</c:v>
                </c:pt>
                <c:pt idx="238">
                  <c:v>159.75662854542753</c:v>
                </c:pt>
                <c:pt idx="239">
                  <c:v>180.81503605601307</c:v>
                </c:pt>
                <c:pt idx="240">
                  <c:v>197.04460830500636</c:v>
                </c:pt>
                <c:pt idx="241">
                  <c:v>201.40194810301099</c:v>
                </c:pt>
                <c:pt idx="242">
                  <c:v>230.09814882785597</c:v>
                </c:pt>
                <c:pt idx="243">
                  <c:v>251.63658978699735</c:v>
                </c:pt>
                <c:pt idx="244">
                  <c:v>218.27871364731934</c:v>
                </c:pt>
                <c:pt idx="245">
                  <c:v>192.89890494362575</c:v>
                </c:pt>
                <c:pt idx="246">
                  <c:v>167.93441415726463</c:v>
                </c:pt>
                <c:pt idx="247">
                  <c:v>134.86787372540977</c:v>
                </c:pt>
                <c:pt idx="248">
                  <c:v>103.43811391042192</c:v>
                </c:pt>
                <c:pt idx="249">
                  <c:v>72.511378043082416</c:v>
                </c:pt>
                <c:pt idx="250">
                  <c:v>37.07267928901792</c:v>
                </c:pt>
                <c:pt idx="251">
                  <c:v>-3.3001703270092966</c:v>
                </c:pt>
                <c:pt idx="252">
                  <c:v>-43.758748503736797</c:v>
                </c:pt>
                <c:pt idx="253">
                  <c:v>-75.217585361458674</c:v>
                </c:pt>
                <c:pt idx="254">
                  <c:v>-98.657607761147858</c:v>
                </c:pt>
                <c:pt idx="255">
                  <c:v>-122.29255266414141</c:v>
                </c:pt>
                <c:pt idx="256">
                  <c:v>-140.24686822019819</c:v>
                </c:pt>
                <c:pt idx="257">
                  <c:v>-160.00397313330083</c:v>
                </c:pt>
                <c:pt idx="258">
                  <c:v>-174.43713627656138</c:v>
                </c:pt>
                <c:pt idx="259">
                  <c:v>-197.67469607306731</c:v>
                </c:pt>
                <c:pt idx="260">
                  <c:v>-204.56933672812963</c:v>
                </c:pt>
                <c:pt idx="261">
                  <c:v>-229.81225260011297</c:v>
                </c:pt>
                <c:pt idx="262">
                  <c:v>-223.70528828171467</c:v>
                </c:pt>
                <c:pt idx="263">
                  <c:v>-223.22640908799863</c:v>
                </c:pt>
                <c:pt idx="264">
                  <c:v>-191.19102062097858</c:v>
                </c:pt>
                <c:pt idx="265">
                  <c:v>-162.97205339289442</c:v>
                </c:pt>
                <c:pt idx="266">
                  <c:v>-127.13825861358079</c:v>
                </c:pt>
                <c:pt idx="267">
                  <c:v>-100.98959462626033</c:v>
                </c:pt>
                <c:pt idx="268">
                  <c:v>-69.980007748576369</c:v>
                </c:pt>
                <c:pt idx="269">
                  <c:v>-35.256242990936855</c:v>
                </c:pt>
                <c:pt idx="270">
                  <c:v>2.6072826866254886</c:v>
                </c:pt>
                <c:pt idx="271">
                  <c:v>44.211902787325918</c:v>
                </c:pt>
                <c:pt idx="272">
                  <c:v>79.07548674587639</c:v>
                </c:pt>
                <c:pt idx="273">
                  <c:v>101.10447582622743</c:v>
                </c:pt>
                <c:pt idx="274">
                  <c:v>127.25878923047196</c:v>
                </c:pt>
                <c:pt idx="275">
                  <c:v>142.64619029865096</c:v>
                </c:pt>
                <c:pt idx="276">
                  <c:v>161.16746721523924</c:v>
                </c:pt>
                <c:pt idx="277">
                  <c:v>178.16426955646014</c:v>
                </c:pt>
                <c:pt idx="278">
                  <c:v>197.70251086195722</c:v>
                </c:pt>
                <c:pt idx="279">
                  <c:v>202.59496416866915</c:v>
                </c:pt>
                <c:pt idx="280">
                  <c:v>229.79548999358161</c:v>
                </c:pt>
                <c:pt idx="281">
                  <c:v>257.4561761131618</c:v>
                </c:pt>
                <c:pt idx="282">
                  <c:v>219.64025602328505</c:v>
                </c:pt>
                <c:pt idx="283">
                  <c:v>191.03032383719756</c:v>
                </c:pt>
                <c:pt idx="284">
                  <c:v>165.72895401779436</c:v>
                </c:pt>
                <c:pt idx="285">
                  <c:v>134.83650818363253</c:v>
                </c:pt>
                <c:pt idx="286">
                  <c:v>102.95955695775793</c:v>
                </c:pt>
                <c:pt idx="287">
                  <c:v>69.477021766354198</c:v>
                </c:pt>
                <c:pt idx="288">
                  <c:v>32.928167063826024</c:v>
                </c:pt>
                <c:pt idx="289">
                  <c:v>-6.9049799051797223</c:v>
                </c:pt>
                <c:pt idx="290">
                  <c:v>-47.10375549042999</c:v>
                </c:pt>
                <c:pt idx="291">
                  <c:v>-76.636601787741256</c:v>
                </c:pt>
                <c:pt idx="292">
                  <c:v>-101.1213615412819</c:v>
                </c:pt>
                <c:pt idx="293">
                  <c:v>-122.56450270133504</c:v>
                </c:pt>
                <c:pt idx="294">
                  <c:v>-142.73450377541891</c:v>
                </c:pt>
                <c:pt idx="295">
                  <c:v>-161.38200339647011</c:v>
                </c:pt>
                <c:pt idx="296">
                  <c:v>-181.92310524347732</c:v>
                </c:pt>
                <c:pt idx="297">
                  <c:v>-198.29623543255227</c:v>
                </c:pt>
                <c:pt idx="298">
                  <c:v>-210.72348106587341</c:v>
                </c:pt>
                <c:pt idx="299">
                  <c:v>-229.46067196688884</c:v>
                </c:pt>
                <c:pt idx="300">
                  <c:v>-209.38450738505836</c:v>
                </c:pt>
                <c:pt idx="301">
                  <c:v>-221.78667367543957</c:v>
                </c:pt>
                <c:pt idx="302">
                  <c:v>-189.30136881654644</c:v>
                </c:pt>
                <c:pt idx="303">
                  <c:v>-162.1918685546859</c:v>
                </c:pt>
                <c:pt idx="304">
                  <c:v>-127.17741067162461</c:v>
                </c:pt>
                <c:pt idx="305">
                  <c:v>-95.139039716430872</c:v>
                </c:pt>
                <c:pt idx="306">
                  <c:v>-67.548378834422181</c:v>
                </c:pt>
                <c:pt idx="307">
                  <c:v>-32.32096620171054</c:v>
                </c:pt>
                <c:pt idx="308">
                  <c:v>6.2054193984704611</c:v>
                </c:pt>
                <c:pt idx="309">
                  <c:v>47.708899981007832</c:v>
                </c:pt>
                <c:pt idx="310">
                  <c:v>81.986025120232696</c:v>
                </c:pt>
                <c:pt idx="311">
                  <c:v>102.60983889844221</c:v>
                </c:pt>
                <c:pt idx="312">
                  <c:v>129.39996579764957</c:v>
                </c:pt>
                <c:pt idx="313">
                  <c:v>143.71080497310061</c:v>
                </c:pt>
                <c:pt idx="314">
                  <c:v>162.54731295391659</c:v>
                </c:pt>
                <c:pt idx="315">
                  <c:v>183.79348924159203</c:v>
                </c:pt>
                <c:pt idx="316">
                  <c:v>198.32239470204112</c:v>
                </c:pt>
                <c:pt idx="317">
                  <c:v>209.74388877724081</c:v>
                </c:pt>
                <c:pt idx="318">
                  <c:v>229.44924551688624</c:v>
                </c:pt>
                <c:pt idx="319">
                  <c:v>209.38739553485254</c:v>
                </c:pt>
                <c:pt idx="320">
                  <c:v>220.0237117908824</c:v>
                </c:pt>
                <c:pt idx="321">
                  <c:v>183.41616138150795</c:v>
                </c:pt>
                <c:pt idx="322">
                  <c:v>163.49191480633939</c:v>
                </c:pt>
                <c:pt idx="323">
                  <c:v>125.36438126137321</c:v>
                </c:pt>
                <c:pt idx="324">
                  <c:v>101.0135460935725</c:v>
                </c:pt>
                <c:pt idx="325">
                  <c:v>66.429426886361824</c:v>
                </c:pt>
                <c:pt idx="326">
                  <c:v>30.193928138389182</c:v>
                </c:pt>
                <c:pt idx="327">
                  <c:v>-10.50846163741223</c:v>
                </c:pt>
                <c:pt idx="328">
                  <c:v>-50.439745708183835</c:v>
                </c:pt>
                <c:pt idx="329">
                  <c:v>-76.146693307036998</c:v>
                </c:pt>
                <c:pt idx="330">
                  <c:v>-103.56571388803275</c:v>
                </c:pt>
                <c:pt idx="331">
                  <c:v>-123.39117514941192</c:v>
                </c:pt>
                <c:pt idx="332">
                  <c:v>-139.0984421004375</c:v>
                </c:pt>
                <c:pt idx="333">
                  <c:v>-162.72907044731295</c:v>
                </c:pt>
                <c:pt idx="334">
                  <c:v>-180.11399557583175</c:v>
                </c:pt>
                <c:pt idx="335">
                  <c:v>-198.87964190036163</c:v>
                </c:pt>
                <c:pt idx="336">
                  <c:v>-206.85390948496453</c:v>
                </c:pt>
                <c:pt idx="337">
                  <c:v>-236.9966890101841</c:v>
                </c:pt>
                <c:pt idx="338">
                  <c:v>-218.08818982779766</c:v>
                </c:pt>
                <c:pt idx="339">
                  <c:v>-220.30516194009391</c:v>
                </c:pt>
                <c:pt idx="340">
                  <c:v>-187.37337272443102</c:v>
                </c:pt>
                <c:pt idx="341">
                  <c:v>-155.75420539213493</c:v>
                </c:pt>
                <c:pt idx="342">
                  <c:v>-125.93633404776934</c:v>
                </c:pt>
                <c:pt idx="343">
                  <c:v>-94.290269289317067</c:v>
                </c:pt>
                <c:pt idx="344">
                  <c:v>-64.771888882404397</c:v>
                </c:pt>
                <c:pt idx="345">
                  <c:v>-29.380403525606873</c:v>
                </c:pt>
                <c:pt idx="346">
                  <c:v>9.881965788310163</c:v>
                </c:pt>
                <c:pt idx="347">
                  <c:v>51.195907511023449</c:v>
                </c:pt>
                <c:pt idx="348">
                  <c:v>84.882034796326252</c:v>
                </c:pt>
                <c:pt idx="349">
                  <c:v>104.55959659844339</c:v>
                </c:pt>
                <c:pt idx="350">
                  <c:v>127.0046937014417</c:v>
                </c:pt>
                <c:pt idx="351">
                  <c:v>150.85247316012854</c:v>
                </c:pt>
                <c:pt idx="352">
                  <c:v>169.93417042869967</c:v>
                </c:pt>
                <c:pt idx="353">
                  <c:v>187.57298511414572</c:v>
                </c:pt>
                <c:pt idx="354">
                  <c:v>198.90414061995253</c:v>
                </c:pt>
                <c:pt idx="355">
                  <c:v>213.86437087255072</c:v>
                </c:pt>
                <c:pt idx="356">
                  <c:v>236.99227695168781</c:v>
                </c:pt>
                <c:pt idx="357">
                  <c:v>215.22277260582743</c:v>
                </c:pt>
                <c:pt idx="358">
                  <c:v>219.44592426594124</c:v>
                </c:pt>
                <c:pt idx="359">
                  <c:v>183.94848540447475</c:v>
                </c:pt>
                <c:pt idx="360">
                  <c:v>156.33815542583238</c:v>
                </c:pt>
                <c:pt idx="361">
                  <c:v>123.56945418566406</c:v>
                </c:pt>
                <c:pt idx="362">
                  <c:v>98.569361629395956</c:v>
                </c:pt>
                <c:pt idx="363">
                  <c:v>63.369174111639978</c:v>
                </c:pt>
                <c:pt idx="364">
                  <c:v>27.121434313508079</c:v>
                </c:pt>
                <c:pt idx="365">
                  <c:v>-12.590392442274636</c:v>
                </c:pt>
                <c:pt idx="366">
                  <c:v>-53.766080569848704</c:v>
                </c:pt>
                <c:pt idx="367">
                  <c:v>-79.878924466713514</c:v>
                </c:pt>
                <c:pt idx="368">
                  <c:v>-105.99019582097441</c:v>
                </c:pt>
                <c:pt idx="369">
                  <c:v>-129.40396649983029</c:v>
                </c:pt>
                <c:pt idx="370">
                  <c:v>-143.81457414685008</c:v>
                </c:pt>
                <c:pt idx="371">
                  <c:v>-164.04491583369568</c:v>
                </c:pt>
                <c:pt idx="372">
                  <c:v>-179.17880633383058</c:v>
                </c:pt>
                <c:pt idx="373">
                  <c:v>-199.42480328588525</c:v>
                </c:pt>
                <c:pt idx="374">
                  <c:v>-211.93923787374132</c:v>
                </c:pt>
                <c:pt idx="375">
                  <c:v>-240.49799570726867</c:v>
                </c:pt>
                <c:pt idx="376">
                  <c:v>-224.76426711566106</c:v>
                </c:pt>
                <c:pt idx="377">
                  <c:v>-212.5566445263305</c:v>
                </c:pt>
                <c:pt idx="378">
                  <c:v>-185.40742287343457</c:v>
                </c:pt>
                <c:pt idx="379">
                  <c:v>-151.47091987568928</c:v>
                </c:pt>
                <c:pt idx="380">
                  <c:v>-124.05397637384732</c:v>
                </c:pt>
                <c:pt idx="381">
                  <c:v>-92.467289940153293</c:v>
                </c:pt>
                <c:pt idx="382">
                  <c:v>-61.690639649330045</c:v>
                </c:pt>
                <c:pt idx="383">
                  <c:v>-26.435035872805507</c:v>
                </c:pt>
                <c:pt idx="384">
                  <c:v>13.563220310473678</c:v>
                </c:pt>
                <c:pt idx="385">
                  <c:v>54.672195240387005</c:v>
                </c:pt>
                <c:pt idx="386">
                  <c:v>87.763002573880641</c:v>
                </c:pt>
                <c:pt idx="387">
                  <c:v>106.98959854563468</c:v>
                </c:pt>
                <c:pt idx="388">
                  <c:v>130.99133165155675</c:v>
                </c:pt>
                <c:pt idx="389">
                  <c:v>154.99290893272584</c:v>
                </c:pt>
                <c:pt idx="390">
                  <c:v>167.82159610310879</c:v>
                </c:pt>
                <c:pt idx="391">
                  <c:v>189.47134987513604</c:v>
                </c:pt>
                <c:pt idx="392">
                  <c:v>199.44763674440941</c:v>
                </c:pt>
                <c:pt idx="393">
                  <c:v>215.94859784926038</c:v>
                </c:pt>
                <c:pt idx="394">
                  <c:v>240.50295996234408</c:v>
                </c:pt>
                <c:pt idx="395">
                  <c:v>222.86514425777318</c:v>
                </c:pt>
                <c:pt idx="396">
                  <c:v>217.92477759192275</c:v>
                </c:pt>
                <c:pt idx="397">
                  <c:v>183.59388535486877</c:v>
                </c:pt>
                <c:pt idx="398">
                  <c:v>156.86085157020244</c:v>
                </c:pt>
                <c:pt idx="399">
                  <c:v>121.72992875396967</c:v>
                </c:pt>
                <c:pt idx="400">
                  <c:v>96.080875456584678</c:v>
                </c:pt>
                <c:pt idx="401">
                  <c:v>60.296846562641484</c:v>
                </c:pt>
                <c:pt idx="402">
                  <c:v>23.891138812600648</c:v>
                </c:pt>
                <c:pt idx="403">
                  <c:v>-15.801582565327541</c:v>
                </c:pt>
                <c:pt idx="404">
                  <c:v>-55.457835274115546</c:v>
                </c:pt>
                <c:pt idx="405">
                  <c:v>-82.903365705071522</c:v>
                </c:pt>
                <c:pt idx="406">
                  <c:v>-108.39434217207504</c:v>
                </c:pt>
                <c:pt idx="407">
                  <c:v>-128.84381127464778</c:v>
                </c:pt>
                <c:pt idx="408">
                  <c:v>-147.00955576688895</c:v>
                </c:pt>
                <c:pt idx="409">
                  <c:v>-165.32928709376239</c:v>
                </c:pt>
                <c:pt idx="410">
                  <c:v>-179.13305737685764</c:v>
                </c:pt>
                <c:pt idx="411">
                  <c:v>-199.93161475314363</c:v>
                </c:pt>
                <c:pt idx="412">
                  <c:v>-214.98856593404702</c:v>
                </c:pt>
                <c:pt idx="413">
                  <c:v>-241.96049122686841</c:v>
                </c:pt>
                <c:pt idx="414">
                  <c:v>-229.4333342264699</c:v>
                </c:pt>
                <c:pt idx="415">
                  <c:v>-207.50493653414986</c:v>
                </c:pt>
                <c:pt idx="416">
                  <c:v>-183.40391748015256</c:v>
                </c:pt>
                <c:pt idx="417">
                  <c:v>-148.57569234144049</c:v>
                </c:pt>
                <c:pt idx="418">
                  <c:v>-121.5645601589359</c:v>
                </c:pt>
                <c:pt idx="419">
                  <c:v>-90.160717119109606</c:v>
                </c:pt>
                <c:pt idx="420">
                  <c:v>-58.597635480844346</c:v>
                </c:pt>
                <c:pt idx="421">
                  <c:v>-23.485344939308614</c:v>
                </c:pt>
                <c:pt idx="422">
                  <c:v>17.231214103999594</c:v>
                </c:pt>
                <c:pt idx="423">
                  <c:v>58.13703527670868</c:v>
                </c:pt>
                <c:pt idx="424">
                  <c:v>87.516712581939331</c:v>
                </c:pt>
                <c:pt idx="425">
                  <c:v>109.39883735767032</c:v>
                </c:pt>
                <c:pt idx="426">
                  <c:v>134.35020637854689</c:v>
                </c:pt>
                <c:pt idx="427">
                  <c:v>152.8836235097331</c:v>
                </c:pt>
                <c:pt idx="428">
                  <c:v>167.37457588837793</c:v>
                </c:pt>
                <c:pt idx="429">
                  <c:v>191.34439293886879</c:v>
                </c:pt>
                <c:pt idx="430">
                  <c:v>199.95277855966654</c:v>
                </c:pt>
                <c:pt idx="431">
                  <c:v>223.99278084962219</c:v>
                </c:pt>
                <c:pt idx="432">
                  <c:v>240.98928951126149</c:v>
                </c:pt>
                <c:pt idx="433">
                  <c:v>227.54445688416766</c:v>
                </c:pt>
                <c:pt idx="434">
                  <c:v>210.1805169017706</c:v>
                </c:pt>
                <c:pt idx="435">
                  <c:v>182.37744397404288</c:v>
                </c:pt>
                <c:pt idx="436">
                  <c:v>155.91771184294007</c:v>
                </c:pt>
                <c:pt idx="437">
                  <c:v>123.14444539523629</c:v>
                </c:pt>
                <c:pt idx="438">
                  <c:v>93.145180728357957</c:v>
                </c:pt>
                <c:pt idx="439">
                  <c:v>57.213029660624763</c:v>
                </c:pt>
                <c:pt idx="440">
                  <c:v>20.628900598377744</c:v>
                </c:pt>
                <c:pt idx="441">
                  <c:v>-19.009734002169417</c:v>
                </c:pt>
                <c:pt idx="442">
                  <c:v>-57.686996834492597</c:v>
                </c:pt>
                <c:pt idx="443">
                  <c:v>-85.937717021499054</c:v>
                </c:pt>
                <c:pt idx="444">
                  <c:v>-110.77769167494587</c:v>
                </c:pt>
                <c:pt idx="445">
                  <c:v>-129.52849694480145</c:v>
                </c:pt>
                <c:pt idx="446">
                  <c:v>-149.42013211983431</c:v>
                </c:pt>
                <c:pt idx="447">
                  <c:v>-166.58193780437298</c:v>
                </c:pt>
                <c:pt idx="448">
                  <c:v>-179.99120566569675</c:v>
                </c:pt>
                <c:pt idx="449">
                  <c:v>-200.39997884094828</c:v>
                </c:pt>
                <c:pt idx="450">
                  <c:v>-215.99881235869208</c:v>
                </c:pt>
                <c:pt idx="451">
                  <c:v>-242.38105210818733</c:v>
                </c:pt>
                <c:pt idx="452">
                  <c:v>-230.23107488290296</c:v>
                </c:pt>
                <c:pt idx="453">
                  <c:v>-204.21862616523327</c:v>
                </c:pt>
                <c:pt idx="454">
                  <c:v>-181.36326236831306</c:v>
                </c:pt>
                <c:pt idx="455">
                  <c:v>-145.67243622589805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7AF-47BD-B368-EE46796A14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8334272"/>
        <c:axId val="168340512"/>
      </c:scatterChart>
      <c:valAx>
        <c:axId val="1683342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68340512"/>
        <c:crosses val="autoZero"/>
        <c:crossBetween val="midCat"/>
      </c:valAx>
      <c:valAx>
        <c:axId val="168340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683342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3CEAC-A6FB-48E6-BEE4-5333043F175A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08D215-BBD1-4407-B4EF-A80B44B4C0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765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374DE-AA8B-5DE0-2200-F0D17D836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04C78AE-FDAA-11EC-12C7-BA841C8960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DFB1192-E6FD-74A6-C027-8A7AB315E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B51CB7-9D37-EDC8-B776-E02B0CCF3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8D215-BBD1-4407-B4EF-A80B44B4C07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220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8D215-BBD1-4407-B4EF-A80B44B4C076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8832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57969-406D-0A7F-B833-4A58DE996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5A9EF18-7A6F-C59A-FDEB-129CF6F2B2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B34EFBE-9712-72E0-44E9-D77F1AB06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900C278-102C-3CD9-7B84-337E0BA0DE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8D215-BBD1-4407-B4EF-A80B44B4C076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6159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1D5E5-1C28-2645-A8A2-DA1406CA4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EC62034-EE5C-E053-095C-D0CF72A25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334E95C-065E-99AE-9321-C903C9F0C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51F37C4-341B-B111-DD60-9230E9EDBE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8D215-BBD1-4407-B4EF-A80B44B4C076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7504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378C7-B9AE-FE73-E0C5-2A02354DE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0B65635-B265-D7BF-9D4C-87EF8A2CB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3ABFB05-A48C-2495-6904-2B7A681AD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9ACD20-8988-2A8F-4AE8-5128E82FF5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8D215-BBD1-4407-B4EF-A80B44B4C076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4453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8E54A-BDBB-8F3E-2307-25FD2847F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8ED97B2-6C9F-DE2B-DD53-5043162D0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35A7CFE-A965-F36C-242C-F3E256BDA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BEC643B-0462-24DF-73B5-F98AE9A47A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8D215-BBD1-4407-B4EF-A80B44B4C076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6428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8D215-BBD1-4407-B4EF-A80B44B4C076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8405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24E35-CA11-6960-869C-94A85294A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E54C375-A84B-A70B-E529-C45A10BB6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1211D7A-D20E-7932-D6C3-9876785BB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00C541A-B057-21DB-E561-6699791EF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8D215-BBD1-4407-B4EF-A80B44B4C076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1471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D69FB-8289-4661-6AA2-3D7A76B80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18D928A-AD5A-2F5C-93EB-71918E0B4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5185591-2DB3-16E0-BD4D-AB78D3482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D8EE29-1593-9769-ACB8-DDECB629F0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8D215-BBD1-4407-B4EF-A80B44B4C076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9786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3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44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994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301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631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817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84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47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904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204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sz="900" cap="none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202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4400" kern="1200" spc="12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 spc="9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4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 spc="9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4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 spc="9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4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600" kern="1200" spc="9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4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600" kern="1200" spc="9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1CC2FD-F5D2-4415-8486-46858CC42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22269" y="-284218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1063619-981B-4E62-A26E-E345BB308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290211" y="0"/>
            <a:ext cx="4039677" cy="1269438"/>
          </a:xfrm>
          <a:custGeom>
            <a:avLst/>
            <a:gdLst>
              <a:gd name="connsiteX0" fmla="*/ 2019838 w 4039677"/>
              <a:gd name="connsiteY0" fmla="*/ 0 h 1269438"/>
              <a:gd name="connsiteX1" fmla="*/ 3994238 w 4039677"/>
              <a:gd name="connsiteY1" fmla="*/ 1175114 h 1269438"/>
              <a:gd name="connsiteX2" fmla="*/ 4039677 w 4039677"/>
              <a:gd name="connsiteY2" fmla="*/ 1269438 h 1269438"/>
              <a:gd name="connsiteX3" fmla="*/ 3004689 w 4039677"/>
              <a:gd name="connsiteY3" fmla="*/ 1269438 h 1269438"/>
              <a:gd name="connsiteX4" fmla="*/ 3000461 w 4039677"/>
              <a:gd name="connsiteY4" fmla="*/ 1264787 h 1269438"/>
              <a:gd name="connsiteX5" fmla="*/ 2019838 w 4039677"/>
              <a:gd name="connsiteY5" fmla="*/ 858599 h 1269438"/>
              <a:gd name="connsiteX6" fmla="*/ 1039216 w 4039677"/>
              <a:gd name="connsiteY6" fmla="*/ 1264787 h 1269438"/>
              <a:gd name="connsiteX7" fmla="*/ 1034988 w 4039677"/>
              <a:gd name="connsiteY7" fmla="*/ 1269438 h 1269438"/>
              <a:gd name="connsiteX8" fmla="*/ 0 w 4039677"/>
              <a:gd name="connsiteY8" fmla="*/ 1269438 h 1269438"/>
              <a:gd name="connsiteX9" fmla="*/ 45438 w 4039677"/>
              <a:gd name="connsiteY9" fmla="*/ 1175114 h 1269438"/>
              <a:gd name="connsiteX10" fmla="*/ 2019838 w 4039677"/>
              <a:gd name="connsiteY10" fmla="*/ 0 h 1269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39677" h="1269438">
                <a:moveTo>
                  <a:pt x="2019838" y="0"/>
                </a:moveTo>
                <a:cubicBezTo>
                  <a:pt x="2872410" y="0"/>
                  <a:pt x="3614002" y="475164"/>
                  <a:pt x="3994238" y="1175114"/>
                </a:cubicBezTo>
                <a:lnTo>
                  <a:pt x="4039677" y="1269438"/>
                </a:lnTo>
                <a:lnTo>
                  <a:pt x="3004689" y="1269438"/>
                </a:lnTo>
                <a:lnTo>
                  <a:pt x="3000461" y="1264787"/>
                </a:lnTo>
                <a:cubicBezTo>
                  <a:pt x="2749498" y="1013823"/>
                  <a:pt x="2402795" y="858599"/>
                  <a:pt x="2019838" y="858599"/>
                </a:cubicBezTo>
                <a:cubicBezTo>
                  <a:pt x="1636881" y="858599"/>
                  <a:pt x="1290179" y="1013823"/>
                  <a:pt x="1039216" y="1264787"/>
                </a:cubicBezTo>
                <a:lnTo>
                  <a:pt x="1034988" y="1269438"/>
                </a:lnTo>
                <a:lnTo>
                  <a:pt x="0" y="1269438"/>
                </a:lnTo>
                <a:lnTo>
                  <a:pt x="45438" y="1175114"/>
                </a:lnTo>
                <a:cubicBezTo>
                  <a:pt x="425674" y="475164"/>
                  <a:pt x="1167266" y="0"/>
                  <a:pt x="2019838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タイトル 1">
            <a:extLst>
              <a:ext uri="{FF2B5EF4-FFF2-40B4-BE49-F238E27FC236}">
                <a16:creationId xmlns:a16="http://schemas.microsoft.com/office/drawing/2014/main" id="{24A8F0AA-628B-3962-A318-0AF965957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126" y="2096664"/>
            <a:ext cx="10733204" cy="1327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150000"/>
              </a:lnSpc>
            </a:pPr>
            <a:r>
              <a:rPr kumimoji="1" lang="ja-JP" altLang="en-US" sz="5400" dirty="0">
                <a:solidFill>
                  <a:srgbClr val="06071C"/>
                </a:solidFill>
                <a:latin typeface="BIZ UDゴシック" panose="020B0400000000000000" pitchFamily="49" charset="-128"/>
                <a:ea typeface="BIZ UDゴシック"/>
              </a:rPr>
              <a:t>情報工学工房 最終発表会</a:t>
            </a:r>
            <a:endParaRPr kumimoji="1" lang="en-US" altLang="ja-JP" sz="5400" dirty="0">
              <a:solidFill>
                <a:srgbClr val="06071C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5" name="タイトル 3">
            <a:extLst>
              <a:ext uri="{FF2B5EF4-FFF2-40B4-BE49-F238E27FC236}">
                <a16:creationId xmlns:a16="http://schemas.microsoft.com/office/drawing/2014/main" id="{BF870FDC-CD4B-6AE2-554D-E8CB9C0C5637}"/>
              </a:ext>
            </a:extLst>
          </p:cNvPr>
          <p:cNvSpPr txBox="1">
            <a:spLocks/>
          </p:cNvSpPr>
          <p:nvPr/>
        </p:nvSpPr>
        <p:spPr>
          <a:xfrm>
            <a:off x="2144196" y="3729056"/>
            <a:ext cx="7822355" cy="843089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4400" kern="1200" spc="12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kumimoji="0" lang="en-US" altLang="ja-JP" sz="2400" dirty="0">
                <a:solidFill>
                  <a:srgbClr val="06071C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Ⅱ-</a:t>
            </a:r>
            <a:r>
              <a:rPr kumimoji="0" lang="ja-JP" altLang="en-US" sz="2400" dirty="0">
                <a:solidFill>
                  <a:srgbClr val="06071C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先端ロボティクス </a:t>
            </a:r>
            <a:r>
              <a:rPr kumimoji="0" lang="en-US" altLang="ja-JP" sz="2400" dirty="0">
                <a:solidFill>
                  <a:srgbClr val="06071C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B2 </a:t>
            </a:r>
            <a:r>
              <a:rPr kumimoji="0" lang="ja-JP" altLang="en-US" sz="2400" dirty="0">
                <a:solidFill>
                  <a:srgbClr val="06071C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岡﨑光希</a:t>
            </a:r>
          </a:p>
        </p:txBody>
      </p:sp>
    </p:spTree>
    <p:extLst>
      <p:ext uri="{BB962C8B-B14F-4D97-AF65-F5344CB8AC3E}">
        <p14:creationId xmlns:p14="http://schemas.microsoft.com/office/powerpoint/2010/main" val="4188064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7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56" name="Group 9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0" name="Freeform: Shape 40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1" name="Freeform: Shape 42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2" name="Group 44">
            <a:extLst>
              <a:ext uri="{FF2B5EF4-FFF2-40B4-BE49-F238E27FC236}">
                <a16:creationId xmlns:a16="http://schemas.microsoft.com/office/drawing/2014/main" id="{CFB42397-759B-4110-90F9-11A099A04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CE16B93-748F-4AF3-90C6-D3EE861E78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1F2252F-DB74-4990-8E43-3B46EB31A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BBB0339-E325-46BB-A951-96F1A4651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21A6F6B-EBF5-41B9-BDDB-AF519B8AD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2CB88A6-ABF0-4981-8112-89F17060A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207B5CF-3BA7-46DE-A98B-C46A77F219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DE055E6-5758-4FD1-A969-1AB1F47EE5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5B9E002-9254-431A-BEE3-BC744C6D4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5BB4EB4-8685-4464-8EAE-D44D7770B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3239F69-CDD7-49E2-9C2E-B56A6D009A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6C507C8-734D-457D-A4EA-3C1F17BC8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139D922-20CB-41E9-B69E-FA643C51A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FE3C40B-0A70-4224-BC24-365327DC6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22999B0-1AA0-4D8B-BB3E-1BEAD972B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9737CB6-048C-4FD9-9663-0D214A0A3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F1A2328-0FD2-449E-A066-56A7D096A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3212297-7D47-455C-B574-D4A450A6B9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F88725D-F086-42CF-A0A4-F335D03F9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EE97B27-B4E2-45AF-ACC9-5EC22DB7A8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FADBC7B-7D04-4E57-9B78-3FC78B9030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CD44BB5-3236-443E-BDD8-7E145E32D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85E742B-9320-4785-A94F-2CAE2855CC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A42F567-7F15-4D7B-8F9C-5F8F6B283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9DAD4DF-0FE8-401C-AE04-738B80B25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101394A-2A38-4F45-B5B6-A025C4B43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9D4873B-257C-4327-907C-0829469214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5350388-C37B-41E0-8172-2F7D79DBBA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DA0A053-52F2-4D51-BEB7-31B0A3CA0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23551FA-C6B2-4251-A24C-021D7B64E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oup 75">
            <a:extLst>
              <a:ext uri="{FF2B5EF4-FFF2-40B4-BE49-F238E27FC236}">
                <a16:creationId xmlns:a16="http://schemas.microsoft.com/office/drawing/2014/main" id="{9A50F0F9-04C8-47E4-AF66-B3CAF8C81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017C593-7166-4110-8447-086A8A2DB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792CE38-231D-4EFB-BD1C-B0DFC4714A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7902244-3120-4F1E-BCA7-C414F8CA5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C2A9BEC-6FBD-4C4E-9D8F-6797108601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CD05CAB2-3C3D-4649-A904-7115E0A40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479ECC96-BB36-4A8A-ACFC-0CDAC9A3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6C3BBC2-CEC2-44E9-B82B-34488E7E3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373074D9-0CF2-46DC-8D7A-871B6FE41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D573F54A-11A1-4A06-8130-294B4D5CEE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2F69BFB-91DF-4F4E-BE91-2D6805CD6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BA93DEE-828E-4AC5-A89A-B3FCC1689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043F28B-A5B8-4573-89CC-A68E27A72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A41EDE26-6F99-4FF5-A50B-255FEF1CAC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C69229A-861A-4B33-A690-B89F20F21A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1FF5E2F-2AD1-485A-8981-8905C235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82E9781F-DF28-41A8-8A6B-7DC5409F9E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CDF5C52-5A30-4182-9FF7-118DB1BB6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C8008CF-A1BC-4A0E-B9A2-05FB501EB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DF1A43F-5E26-4631-8775-BC3BACEB1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08A5A284-AA4F-43C1-84B9-947642136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B3BE54E-1FBA-4E64-982C-9CA2C0C484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7E7BA94A-1A8A-45C6-9B8F-AFEC955F1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55C6D3A0-6B84-4021-87FB-3179A711B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DA87903E-EEC8-47F4-8730-06C5FD14BC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8A92A2B-3460-4608-B3EA-4FFEAF83B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B0E1020-452C-4B7F-A1D2-BA8F1B83F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6903CF7B-6947-4932-AD73-020495EDC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8453FA51-CE2D-4B84-9F4F-3263D1BC4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327B132-AD8C-4732-93AA-C136586C22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64" name="Rectangle 106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5" name="Rectangle 108">
            <a:extLst>
              <a:ext uri="{FF2B5EF4-FFF2-40B4-BE49-F238E27FC236}">
                <a16:creationId xmlns:a16="http://schemas.microsoft.com/office/drawing/2014/main" id="{D690347A-6937-4F6D-93E3-D398D803D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6" name="Right Triangle 110">
            <a:extLst>
              <a:ext uri="{FF2B5EF4-FFF2-40B4-BE49-F238E27FC236}">
                <a16:creationId xmlns:a16="http://schemas.microsoft.com/office/drawing/2014/main" id="{DE6FA2BA-220F-4070-A46C-D437A6D24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902647" y="-284144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Freeform: Shape 112">
            <a:extLst>
              <a:ext uri="{FF2B5EF4-FFF2-40B4-BE49-F238E27FC236}">
                <a16:creationId xmlns:a16="http://schemas.microsoft.com/office/drawing/2014/main" id="{B18D2A95-840F-45DF-AD93-5FA412FCC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65326" y="0"/>
            <a:ext cx="2323626" cy="3111267"/>
          </a:xfrm>
          <a:custGeom>
            <a:avLst/>
            <a:gdLst>
              <a:gd name="connsiteX0" fmla="*/ 94643 w 2323626"/>
              <a:gd name="connsiteY0" fmla="*/ 0 h 3111267"/>
              <a:gd name="connsiteX1" fmla="*/ 963280 w 2323626"/>
              <a:gd name="connsiteY1" fmla="*/ 0 h 3111267"/>
              <a:gd name="connsiteX2" fmla="*/ 947119 w 2323626"/>
              <a:gd name="connsiteY2" fmla="*/ 33549 h 3111267"/>
              <a:gd name="connsiteX3" fmla="*/ 818991 w 2323626"/>
              <a:gd name="connsiteY3" fmla="*/ 668189 h 3111267"/>
              <a:gd name="connsiteX4" fmla="*/ 2282726 w 2323626"/>
              <a:gd name="connsiteY4" fmla="*/ 2290209 h 3111267"/>
              <a:gd name="connsiteX5" fmla="*/ 2323626 w 2323626"/>
              <a:gd name="connsiteY5" fmla="*/ 2292275 h 3111267"/>
              <a:gd name="connsiteX6" fmla="*/ 2323626 w 2323626"/>
              <a:gd name="connsiteY6" fmla="*/ 3111267 h 3111267"/>
              <a:gd name="connsiteX7" fmla="*/ 2198990 w 2323626"/>
              <a:gd name="connsiteY7" fmla="*/ 3104973 h 3111267"/>
              <a:gd name="connsiteX8" fmla="*/ 0 w 2323626"/>
              <a:gd name="connsiteY8" fmla="*/ 668189 h 3111267"/>
              <a:gd name="connsiteX9" fmla="*/ 49764 w 2323626"/>
              <a:gd name="connsiteY9" fmla="*/ 174544 h 3111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3626" h="3111267">
                <a:moveTo>
                  <a:pt x="94643" y="0"/>
                </a:moveTo>
                <a:lnTo>
                  <a:pt x="963280" y="0"/>
                </a:lnTo>
                <a:lnTo>
                  <a:pt x="947119" y="33549"/>
                </a:lnTo>
                <a:cubicBezTo>
                  <a:pt x="864614" y="228612"/>
                  <a:pt x="818991" y="443073"/>
                  <a:pt x="818991" y="668189"/>
                </a:cubicBezTo>
                <a:cubicBezTo>
                  <a:pt x="818991" y="1512376"/>
                  <a:pt x="1460568" y="2206715"/>
                  <a:pt x="2282726" y="2290209"/>
                </a:cubicBezTo>
                <a:lnTo>
                  <a:pt x="2323626" y="2292275"/>
                </a:lnTo>
                <a:lnTo>
                  <a:pt x="2323626" y="3111267"/>
                </a:lnTo>
                <a:lnTo>
                  <a:pt x="2198990" y="3104973"/>
                </a:lnTo>
                <a:cubicBezTo>
                  <a:pt x="963850" y="2979538"/>
                  <a:pt x="0" y="1936423"/>
                  <a:pt x="0" y="668189"/>
                </a:cubicBezTo>
                <a:cubicBezTo>
                  <a:pt x="0" y="499091"/>
                  <a:pt x="17135" y="333996"/>
                  <a:pt x="49764" y="174544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8" name="Freeform: Shape 114">
            <a:extLst>
              <a:ext uri="{FF2B5EF4-FFF2-40B4-BE49-F238E27FC236}">
                <a16:creationId xmlns:a16="http://schemas.microsoft.com/office/drawing/2014/main" id="{F92A3F2D-F424-43A3-88B0-FB258A0C1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26085"/>
            <a:ext cx="2372980" cy="2023523"/>
          </a:xfrm>
          <a:custGeom>
            <a:avLst/>
            <a:gdLst>
              <a:gd name="connsiteX0" fmla="*/ 0 w 2372980"/>
              <a:gd name="connsiteY0" fmla="*/ 0 h 2023523"/>
              <a:gd name="connsiteX1" fmla="*/ 213128 w 2372980"/>
              <a:gd name="connsiteY1" fmla="*/ 10763 h 2023523"/>
              <a:gd name="connsiteX2" fmla="*/ 2362355 w 2372980"/>
              <a:gd name="connsiteY2" fmla="*/ 1953901 h 2023523"/>
              <a:gd name="connsiteX3" fmla="*/ 2372980 w 2372980"/>
              <a:gd name="connsiteY3" fmla="*/ 2023523 h 2023523"/>
              <a:gd name="connsiteX4" fmla="*/ 1535462 w 2372980"/>
              <a:gd name="connsiteY4" fmla="*/ 2023523 h 2023523"/>
              <a:gd name="connsiteX5" fmla="*/ 1519824 w 2372980"/>
              <a:gd name="connsiteY5" fmla="*/ 1962704 h 2023523"/>
              <a:gd name="connsiteX6" fmla="*/ 129390 w 2372980"/>
              <a:gd name="connsiteY6" fmla="*/ 825526 h 2023523"/>
              <a:gd name="connsiteX7" fmla="*/ 0 w 2372980"/>
              <a:gd name="connsiteY7" fmla="*/ 818992 h 2023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72980" h="2023523">
                <a:moveTo>
                  <a:pt x="0" y="0"/>
                </a:moveTo>
                <a:lnTo>
                  <a:pt x="213128" y="10763"/>
                </a:lnTo>
                <a:cubicBezTo>
                  <a:pt x="1283583" y="119473"/>
                  <a:pt x="2150269" y="917463"/>
                  <a:pt x="2362355" y="1953901"/>
                </a:cubicBezTo>
                <a:lnTo>
                  <a:pt x="2372980" y="2023523"/>
                </a:lnTo>
                <a:lnTo>
                  <a:pt x="1535462" y="2023523"/>
                </a:lnTo>
                <a:lnTo>
                  <a:pt x="1519824" y="1962704"/>
                </a:lnTo>
                <a:cubicBezTo>
                  <a:pt x="1329271" y="1350058"/>
                  <a:pt x="787117" y="892322"/>
                  <a:pt x="129390" y="825526"/>
                </a:cubicBezTo>
                <a:lnTo>
                  <a:pt x="0" y="818992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9" name="Group 116">
            <a:extLst>
              <a:ext uri="{FF2B5EF4-FFF2-40B4-BE49-F238E27FC236}">
                <a16:creationId xmlns:a16="http://schemas.microsoft.com/office/drawing/2014/main" id="{E8BBA9B4-EF00-4579-A73A-061C5F902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2671F1C5-E931-49D9-9767-24576DE539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6046BA41-68C0-40C2-BC53-B4CEE4497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376E7620-A012-4D01-82AC-46D48B7ED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45B0D3EE-EC46-46BC-91C4-5DF8E23956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C6B0B37E-E738-4DEC-9C41-BF6269C06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43AFB8B0-64A4-4D83-9BD8-9E66B562B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ED476192-29F6-47CF-BCF9-7380667EE3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E0DFCCF7-D983-4E21-9508-BD55CE628F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A5B9C6DA-F76E-45A2-8BB3-40FAF6D8CB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64210E6D-AADD-4805-A5EA-9A52D0D304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75DC64F-453E-4AEA-AE65-D99FAE789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8D802B56-7408-46D4-8EAA-BE6E22347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51C2DD0F-4A07-4510-B9BC-EE4560F6D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CD788BD1-17A6-41DE-9EFA-533C6D3D7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49AC2388-5F15-4D60-B816-F7AC60F7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926E0780-8DF3-4637-8C1A-7A3E623B0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59CE402E-8C2D-4EC6-A180-FBF8116EE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5F8AC4E-9C7D-42D3-89A2-33C30FA518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77F715C8-AA23-4912-8669-61553682B8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F183C1D-030E-4775-9670-0936C809C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70DC51B-15B9-4F37-9BF3-F4E762B92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33834603-F0EF-42F7-8341-C4BF2931D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3E31C74-18A8-4EB2-8034-B2BF4C20E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63E618E4-2AD8-4E68-AEEE-8D11DC4D1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35CBF929-71E3-4CCC-A912-A0E1D135F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2AB384EE-8795-4C64-B229-D57CB4BADC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10E8CCD-425C-4DCD-A08B-8947BAC17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EDFBB1E-CA08-43FD-9A7A-F1B29EFDB6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623D0689-9AC6-4F16-AFFD-D68F95A0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タイトル 3">
            <a:extLst>
              <a:ext uri="{FF2B5EF4-FFF2-40B4-BE49-F238E27FC236}">
                <a16:creationId xmlns:a16="http://schemas.microsoft.com/office/drawing/2014/main" id="{02556A9A-0B6F-640F-3073-1DDFB55E9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102" y="392563"/>
            <a:ext cx="10344840" cy="1325563"/>
          </a:xfrm>
        </p:spPr>
        <p:txBody>
          <a:bodyPr/>
          <a:lstStyle/>
          <a:p>
            <a:r>
              <a:rPr lang="ja-JP" altLang="en-US" dirty="0">
                <a:solidFill>
                  <a:schemeClr val="tx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目標</a:t>
            </a:r>
          </a:p>
        </p:txBody>
      </p:sp>
      <p:sp>
        <p:nvSpPr>
          <p:cNvPr id="5" name="タイトル 3">
            <a:extLst>
              <a:ext uri="{FF2B5EF4-FFF2-40B4-BE49-F238E27FC236}">
                <a16:creationId xmlns:a16="http://schemas.microsoft.com/office/drawing/2014/main" id="{20A5CE8D-15A6-018E-B1C4-3C3AA53105A3}"/>
              </a:ext>
            </a:extLst>
          </p:cNvPr>
          <p:cNvSpPr txBox="1">
            <a:spLocks/>
          </p:cNvSpPr>
          <p:nvPr/>
        </p:nvSpPr>
        <p:spPr>
          <a:xfrm>
            <a:off x="1111102" y="1916510"/>
            <a:ext cx="10452642" cy="3921336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4400" kern="1200" spc="12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ja-JP" sz="2400" u="sng" dirty="0">
                <a:solidFill>
                  <a:srgbClr val="06071C"/>
                </a:solidFill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UART</a:t>
            </a:r>
            <a:r>
              <a:rPr kumimoji="0" lang="ja-JP" altLang="en-US" sz="2400" u="sng" dirty="0">
                <a:solidFill>
                  <a:srgbClr val="06071C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通信の</a:t>
            </a:r>
            <a:r>
              <a:rPr kumimoji="0" lang="en-US" altLang="ja-JP" sz="2400" u="sng" dirty="0">
                <a:solidFill>
                  <a:srgbClr val="06071C"/>
                </a:solidFill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LiDAR</a:t>
            </a:r>
            <a:r>
              <a:rPr kumimoji="0" lang="ja-JP" altLang="en-US" sz="2400" u="sng" dirty="0">
                <a:solidFill>
                  <a:srgbClr val="06071C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のデータを読み取って</a:t>
            </a:r>
            <a:br>
              <a:rPr kumimoji="0" lang="en-US" altLang="ja-JP" sz="2400" u="sng" dirty="0">
                <a:solidFill>
                  <a:srgbClr val="06071C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</a:br>
            <a:r>
              <a:rPr kumimoji="0" lang="ja-JP" altLang="en-US" sz="2400" u="sng" dirty="0">
                <a:solidFill>
                  <a:srgbClr val="06071C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解析する</a:t>
            </a:r>
            <a:br>
              <a:rPr kumimoji="0" lang="en-US" altLang="ja-JP" sz="2400" u="sng" dirty="0">
                <a:solidFill>
                  <a:srgbClr val="06071C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</a:br>
            <a:endParaRPr kumimoji="0" lang="en-US" altLang="ja-JP" sz="2400" u="sng" dirty="0">
              <a:solidFill>
                <a:srgbClr val="06071C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ja-JP" altLang="en-US" sz="2400" dirty="0">
                <a:solidFill>
                  <a:srgbClr val="06071C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大量のデータを高速に並列に捌くのは</a:t>
            </a:r>
            <a:r>
              <a:rPr kumimoji="0" lang="en-US" altLang="ja-JP" sz="2400" dirty="0">
                <a:solidFill>
                  <a:srgbClr val="06071C"/>
                </a:solidFill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FPGA</a:t>
            </a:r>
            <a:r>
              <a:rPr kumimoji="0" lang="ja-JP" altLang="en-US" sz="2400" dirty="0">
                <a:solidFill>
                  <a:srgbClr val="06071C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の</a:t>
            </a:r>
            <a:br>
              <a:rPr kumimoji="0" lang="en-US" altLang="ja-JP" sz="2400" dirty="0">
                <a:solidFill>
                  <a:srgbClr val="06071C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</a:br>
            <a:r>
              <a:rPr kumimoji="0" lang="ja-JP" altLang="en-US" sz="2400" dirty="0">
                <a:solidFill>
                  <a:srgbClr val="06071C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得意所のはず</a:t>
            </a:r>
            <a:endParaRPr kumimoji="0" lang="en-US" altLang="ja-JP" sz="2400" dirty="0">
              <a:solidFill>
                <a:srgbClr val="06071C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lvl="1">
              <a:lnSpc>
                <a:spcPct val="150000"/>
              </a:lnSpc>
            </a:pPr>
            <a:endParaRPr kumimoji="0" lang="en-US" altLang="ja-JP" sz="200" dirty="0">
              <a:solidFill>
                <a:srgbClr val="06071C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pic>
        <p:nvPicPr>
          <p:cNvPr id="1026" name="Picture 2" descr="DTOF LD19レーザー測距センサキット(12 M)">
            <a:extLst>
              <a:ext uri="{FF2B5EF4-FFF2-40B4-BE49-F238E27FC236}">
                <a16:creationId xmlns:a16="http://schemas.microsoft.com/office/drawing/2014/main" id="{B17193B4-9A88-27D7-8F76-E2C1EB03D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6130" y="2252119"/>
            <a:ext cx="3236616" cy="3236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3">
            <a:extLst>
              <a:ext uri="{FF2B5EF4-FFF2-40B4-BE49-F238E27FC236}">
                <a16:creationId xmlns:a16="http://schemas.microsoft.com/office/drawing/2014/main" id="{E3CB1D7D-76A2-468E-C9C2-7376FBE505C8}"/>
              </a:ext>
            </a:extLst>
          </p:cNvPr>
          <p:cNvSpPr txBox="1">
            <a:spLocks/>
          </p:cNvSpPr>
          <p:nvPr/>
        </p:nvSpPr>
        <p:spPr>
          <a:xfrm>
            <a:off x="8481044" y="5295261"/>
            <a:ext cx="3206592" cy="45943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4400" kern="1200" spc="12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0" lang="ja-JP" altLang="en-US" sz="1800" dirty="0">
                <a:solidFill>
                  <a:srgbClr val="06071C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👆</a:t>
            </a:r>
            <a:r>
              <a:rPr kumimoji="0" lang="en-US" altLang="ja-JP" sz="1800" dirty="0" err="1">
                <a:solidFill>
                  <a:srgbClr val="06071C"/>
                </a:solidFill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Aliexpress</a:t>
            </a:r>
            <a:r>
              <a:rPr kumimoji="0" lang="ja-JP" altLang="en-US" sz="1800" dirty="0">
                <a:solidFill>
                  <a:srgbClr val="06071C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で</a:t>
            </a:r>
            <a:r>
              <a:rPr kumimoji="0" lang="en-US" altLang="ja-JP" sz="1800" dirty="0">
                <a:solidFill>
                  <a:srgbClr val="06071C"/>
                </a:solidFill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1800</a:t>
            </a:r>
            <a:r>
              <a:rPr kumimoji="0" lang="ja-JP" altLang="en-US" sz="1800" dirty="0">
                <a:solidFill>
                  <a:srgbClr val="06071C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円</a:t>
            </a:r>
            <a:endParaRPr kumimoji="0" lang="en-US" altLang="ja-JP" sz="100" dirty="0">
              <a:solidFill>
                <a:srgbClr val="06071C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2919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F4762A-43A5-04BB-3F9A-E96FA353D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7">
            <a:extLst>
              <a:ext uri="{FF2B5EF4-FFF2-40B4-BE49-F238E27FC236}">
                <a16:creationId xmlns:a16="http://schemas.microsoft.com/office/drawing/2014/main" id="{A67E7999-CB63-FAA1-E089-5220B9F75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60" name="Group 9">
            <a:extLst>
              <a:ext uri="{FF2B5EF4-FFF2-40B4-BE49-F238E27FC236}">
                <a16:creationId xmlns:a16="http://schemas.microsoft.com/office/drawing/2014/main" id="{5E586BA3-6BF6-8E93-FB60-C61885012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2F1719F-1393-8988-A274-00CD148CE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8BB8934-D8E2-6A59-B387-CBCB01DD04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BAB3C7A-9B78-0B7E-EAB1-E1536C267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75DC6E4-7530-2439-EAA5-7618AA7FF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754B189-A557-189A-082E-CA0DFE92CD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B72B0AC-DCE5-84B8-4FA7-BF13079788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54577CB-C5E0-5B75-2967-A9BF3D3E6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7948B7F-D870-82A2-7615-074C3B797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21E2A6E-461E-0B93-4009-2A15322E57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C02A9EA-F798-EBAA-36FD-2F76C873F7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B4DF311-6616-D98B-D4EA-F9525A5E9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CA29C80-5AF3-E7D5-18B3-572E6D567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A9D3318-535D-68DC-BA4D-9211DD9C81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CDEAE8E-D0D5-161F-1E49-2150BF2EA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78AEB63-3CE0-A481-BD42-98C254538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487094-BAA7-F2C4-1BED-C3BCDFFDA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27A33E5-FD02-1C60-0EDA-819D5D9E5A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4CCDA00-4384-C970-B175-1163ECBE88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A26AB9B-B7AC-B7CB-28C1-59B5F736F6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2307D77-7777-9B84-F795-067541DCA8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FB4A388-6257-B5BD-EA1B-08D73531A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3C849C6-5DB1-3E63-258C-DC7A51F35C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78C3CD8-8648-42DF-8474-E60CCB0D0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8D69B51-950D-7709-BA02-1F1070FD2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821551D-E17A-2AA7-8186-647FCA5DF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F905180-5F0D-8505-82B8-CBA946286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CD52318-E7CD-6A92-9645-AC20CFE2B6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74B6502-0C7C-E9CB-1A1A-AA104D75F9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F93E253-D00C-E2E8-6C1C-E3CC747701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Freeform: Shape 40">
            <a:extLst>
              <a:ext uri="{FF2B5EF4-FFF2-40B4-BE49-F238E27FC236}">
                <a16:creationId xmlns:a16="http://schemas.microsoft.com/office/drawing/2014/main" id="{32596CC8-928A-52FA-2BB8-24CCAEA92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2" name="Freeform: Shape 42">
            <a:extLst>
              <a:ext uri="{FF2B5EF4-FFF2-40B4-BE49-F238E27FC236}">
                <a16:creationId xmlns:a16="http://schemas.microsoft.com/office/drawing/2014/main" id="{6411DD93-A0BD-5A96-305D-12F9F3CAF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3" name="Group 44">
            <a:extLst>
              <a:ext uri="{FF2B5EF4-FFF2-40B4-BE49-F238E27FC236}">
                <a16:creationId xmlns:a16="http://schemas.microsoft.com/office/drawing/2014/main" id="{B988D63D-9038-EDD9-BE5C-56A6BB074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6ECC083-6AD0-FFDC-35AB-E76CFCC11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16912C1-0A99-E5E7-894E-AF882E373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B4FF792-5DBD-5812-30B9-D6D632C86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9FD2EFB-BADB-780A-8AA8-DFF1F4E0D2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682C8FA-C175-67B5-85A9-8B0B3FDB5E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3A8215B-6AE8-31BA-86CD-17A9F3ABC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1389464-1FA0-BB08-6805-AF5D17E710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15D692C-688B-CE1E-7FC5-9493C0F7B5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106FE0B-E87F-47CC-CF4F-BA31FF29F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D8B6920-8F25-5418-D5BB-E1CBD1A448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91144A1-7B9E-0DD4-C0D8-418133BDE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9187D45-5A73-949F-16D4-95AD24384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301AEC3-DACD-75C1-A909-37ACF0417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A9AADAA-6040-3EA5-A0C7-39C72A5A0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E832531-0078-27D3-3047-D55678DE8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05CBD67-E195-6939-076A-038097D5B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8C745537-6832-38B9-9D86-F657A27EF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02A0DFC-E8A4-1DB2-8998-F8C3BFC03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67B987A-2903-223C-245C-09FEF05E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B79D998-CE5B-4135-F288-5BB5909AD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6CF3002-BA2A-E463-1CA1-6B57C3D6C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70D0FF6-07E4-3DE2-2F37-6125059BBA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4341BD9-1996-6C15-12DC-59964849E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EFD2C0B-9A5D-E22A-4851-D9AC4986C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D886301-4EF4-C720-63E1-523DB57B8D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DC51EF41-5F86-4804-5382-9579FE190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759FCB5-77FD-B1AD-AF72-767F6B494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73D8B8E-2444-5E37-E77E-46460C5D5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CAC0C7D-940B-6310-E14D-A0B18B6E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4" name="Group 75">
            <a:extLst>
              <a:ext uri="{FF2B5EF4-FFF2-40B4-BE49-F238E27FC236}">
                <a16:creationId xmlns:a16="http://schemas.microsoft.com/office/drawing/2014/main" id="{0F1B7C52-57E4-AE28-A52D-AB1514ABE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38CBF78-7367-3D14-B33F-2C21C54E4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C69FBD8-3CF7-B0E6-6324-43BC45CD1E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7A89226-2942-EBA2-B0C0-50867942C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18E40905-8E77-D47C-A803-A1EE5ED0C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6F1EEF1-EB90-B35B-FC2C-2D9C9234B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BC46F220-820C-8260-E012-DD2B7AD09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50AB98E-3227-9195-909E-43A988961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FFF190B8-7882-AD6F-E6CA-FB2A2A26F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8EAAED88-4031-7C58-9656-A0A9A782A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A7A1587-47F0-599A-709F-288D4AA3ED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0FFB268-2A92-9AF8-A6C8-9C1CCA04F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6B78C9C7-0576-628E-B677-C1F39218D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BC031F57-7425-4005-E8E4-793AE6CA23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8D8000AA-E0E5-EBD6-33D8-4ED02B49A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5C11BF6-CE7F-A0BA-CD8E-3C2AEDD0C5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1E3A5C8-88F5-D52B-61D4-945D1DB22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7DCD708-6196-3E17-CFCC-31E1CA5ED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745C1B63-D927-D45E-4213-F7396E898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A5A3ECB-85D4-6CA1-C95C-2173064C1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FF032E33-20D4-F571-B6FD-3ABF1BADCA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B7C91D7C-A6A9-530C-6FEC-D838142F8F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D9F1E287-4335-80CB-1C7D-20778FDF8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0B1A0B09-8C5E-FB20-4938-AB4A7879B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95F51440-85F0-5605-545C-8E0CA679B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D9FDD55F-5C64-D609-22BB-FB0A5E6481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0864BC8-FEC6-A138-C150-43AFB74A5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C8757C4-13B9-445B-3A6B-58FBFB496A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6CE1A73-8FDB-5C43-82C9-9CF0D7D64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85ADB289-02F7-6EE7-0711-038C14627E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65" name="Rectangle 106">
            <a:extLst>
              <a:ext uri="{FF2B5EF4-FFF2-40B4-BE49-F238E27FC236}">
                <a16:creationId xmlns:a16="http://schemas.microsoft.com/office/drawing/2014/main" id="{41787DD7-7925-AA12-9D5D-E6C7D4AD6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6" name="Rectangle 108">
            <a:extLst>
              <a:ext uri="{FF2B5EF4-FFF2-40B4-BE49-F238E27FC236}">
                <a16:creationId xmlns:a16="http://schemas.microsoft.com/office/drawing/2014/main" id="{3C60CEE3-E408-A0B1-5263-193D39112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7" name="Right Triangle 110">
            <a:extLst>
              <a:ext uri="{FF2B5EF4-FFF2-40B4-BE49-F238E27FC236}">
                <a16:creationId xmlns:a16="http://schemas.microsoft.com/office/drawing/2014/main" id="{1B9033FA-C3CC-71E5-44E2-93EB4B4E3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23467" y="-284143"/>
            <a:ext cx="568289" cy="568289"/>
          </a:xfrm>
          <a:prstGeom prst="rtTriangl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Freeform: Shape 112">
            <a:extLst>
              <a:ext uri="{FF2B5EF4-FFF2-40B4-BE49-F238E27FC236}">
                <a16:creationId xmlns:a16="http://schemas.microsoft.com/office/drawing/2014/main" id="{E07E9555-A23F-75F1-F0DA-57D5D3D7D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88157" y="-1"/>
            <a:ext cx="1900796" cy="1487973"/>
          </a:xfrm>
          <a:custGeom>
            <a:avLst/>
            <a:gdLst>
              <a:gd name="connsiteX0" fmla="*/ 972945 w 1900796"/>
              <a:gd name="connsiteY0" fmla="*/ 0 h 1487973"/>
              <a:gd name="connsiteX1" fmla="*/ 1900796 w 1900796"/>
              <a:gd name="connsiteY1" fmla="*/ 0 h 1487973"/>
              <a:gd name="connsiteX2" fmla="*/ 1892752 w 1900796"/>
              <a:gd name="connsiteY2" fmla="*/ 21978 h 1487973"/>
              <a:gd name="connsiteX3" fmla="*/ 129456 w 1900796"/>
              <a:gd name="connsiteY3" fmla="*/ 1468215 h 1487973"/>
              <a:gd name="connsiteX4" fmla="*/ 0 w 1900796"/>
              <a:gd name="connsiteY4" fmla="*/ 1487973 h 1487973"/>
              <a:gd name="connsiteX5" fmla="*/ 0 w 1900796"/>
              <a:gd name="connsiteY5" fmla="*/ 656709 h 1487973"/>
              <a:gd name="connsiteX6" fmla="*/ 120652 w 1900796"/>
              <a:gd name="connsiteY6" fmla="*/ 625686 h 1487973"/>
              <a:gd name="connsiteX7" fmla="*/ 893935 w 1900796"/>
              <a:gd name="connsiteY7" fmla="*/ 105659 h 148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0796" h="1487973">
                <a:moveTo>
                  <a:pt x="972945" y="0"/>
                </a:moveTo>
                <a:lnTo>
                  <a:pt x="1900796" y="0"/>
                </a:lnTo>
                <a:lnTo>
                  <a:pt x="1892752" y="21978"/>
                </a:lnTo>
                <a:cubicBezTo>
                  <a:pt x="1582882" y="754592"/>
                  <a:pt x="926716" y="1305072"/>
                  <a:pt x="129456" y="1468215"/>
                </a:cubicBezTo>
                <a:lnTo>
                  <a:pt x="0" y="1487973"/>
                </a:lnTo>
                <a:lnTo>
                  <a:pt x="0" y="656709"/>
                </a:lnTo>
                <a:lnTo>
                  <a:pt x="120652" y="625686"/>
                </a:lnTo>
                <a:cubicBezTo>
                  <a:pt x="426975" y="530410"/>
                  <a:pt x="694570" y="347233"/>
                  <a:pt x="893935" y="10565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9" name="Freeform: Shape 114">
            <a:extLst>
              <a:ext uri="{FF2B5EF4-FFF2-40B4-BE49-F238E27FC236}">
                <a16:creationId xmlns:a16="http://schemas.microsoft.com/office/drawing/2014/main" id="{9DF39E6F-B58B-D316-3681-B74FE7489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0" name="Group 116">
            <a:extLst>
              <a:ext uri="{FF2B5EF4-FFF2-40B4-BE49-F238E27FC236}">
                <a16:creationId xmlns:a16="http://schemas.microsoft.com/office/drawing/2014/main" id="{04EBB8A5-328E-3FCE-EB02-8122A823A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1B99CEB8-CBFF-8D84-18C4-FB64C92078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69C3FC55-C9FC-7198-D412-590A8D814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F84686F-B5F5-3415-A33E-B8145D867C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51A42150-5737-4ABD-4550-B46DBE27CC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573762F-9C0B-18AD-8785-73DB724A6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C3D06AAE-9CA6-6A49-049A-4BF9544796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D0A80ACB-400C-ADF2-813B-767FA07DCE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583E3719-799F-DFC3-7798-74CBD1928E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CB04447E-481E-1625-8AA9-C1AC348E04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F5E5B766-E7EA-87EC-DEFE-0175B8E6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F1537F5E-1089-440B-1A91-766DAA8DA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B6F0B6A6-9A9B-9D58-CC8B-E621DD727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E0948B4-4614-2868-97B6-4982175D58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9AF5D121-9A69-5617-2BFF-00F63215A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8F35A32D-99DE-19F3-78B5-3CB6BFB66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2C760440-91B7-18EB-2CB1-C71AAF86AC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79FAFD88-7862-91D7-87EF-A2815C4B4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D930984-8B33-29A5-9190-FADB0D2FB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5862665A-B67D-FB9A-6DA9-E506300797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AD7A4744-A2AE-9BA8-32AE-DE735B259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46AAB5F0-2B80-2E1E-934C-4D6328856A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99D81E2-B128-9265-C261-485716C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47317B3-3990-7158-F9E8-388814D43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767BEC5-B169-B434-1FE6-CF4A4A6329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C28AD498-B679-4CAF-FD4E-F1ECA03696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600971EA-40C9-EA81-C63E-B5488F0C9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59AA02CA-1168-A420-74F1-EF51AD276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E2E26BBE-B896-7F9E-99A8-FF52836B5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CB9B2613-55CF-639F-1752-A82A47E49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8C1428D9-52B0-AB50-1C43-1618F0D2C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9202"/>
            <a:ext cx="5344741" cy="73948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kumimoji="1" lang="ja-JP" altLang="en-US" sz="5400" dirty="0">
                <a:solidFill>
                  <a:schemeClr val="tx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Wix Madefor Text" panose="020B0503020203020203" pitchFamily="34" charset="0"/>
              </a:rPr>
              <a:t>成果</a:t>
            </a:r>
            <a:endParaRPr kumimoji="1" lang="en-US" altLang="ja-JP" sz="5400" dirty="0">
              <a:solidFill>
                <a:schemeClr val="tx2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F0E247-0688-7B55-A6D4-6BB8456B97C3}"/>
              </a:ext>
            </a:extLst>
          </p:cNvPr>
          <p:cNvSpPr txBox="1"/>
          <p:nvPr/>
        </p:nvSpPr>
        <p:spPr>
          <a:xfrm>
            <a:off x="1109453" y="1825028"/>
            <a:ext cx="11563328" cy="26758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indent="-5143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ja-JP" sz="24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Basys3</a:t>
            </a:r>
            <a:r>
              <a:rPr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  <a:cs typeface="Roboto"/>
              </a:rPr>
              <a:t>に</a:t>
            </a:r>
            <a:r>
              <a:rPr lang="en-US" altLang="ja-JP" sz="24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UART</a:t>
            </a:r>
            <a:r>
              <a:rPr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  <a:cs typeface="Roboto"/>
              </a:rPr>
              <a:t>を実装して通信</a:t>
            </a:r>
            <a:endParaRPr lang="en-US" altLang="ja-JP" sz="2400" dirty="0">
              <a:latin typeface="BIZ UDゴシック" panose="020B0400000000000000" pitchFamily="49" charset="-128"/>
              <a:ea typeface="BIZ UDゴシック" panose="020B0400000000000000" pitchFamily="49" charset="-128"/>
              <a:cs typeface="Roboto"/>
            </a:endParaRPr>
          </a:p>
          <a:p>
            <a:pPr marL="514350" indent="-5143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  <a:cs typeface="Roboto"/>
              </a:rPr>
              <a:t>シミュレーションで点群の座標を変換</a:t>
            </a:r>
            <a:endParaRPr lang="en-US" altLang="ja-JP" sz="2400" dirty="0">
              <a:latin typeface="BIZ UDゴシック" panose="020B0400000000000000" pitchFamily="49" charset="-128"/>
              <a:ea typeface="BIZ UDゴシック" panose="020B0400000000000000" pitchFamily="49" charset="-128"/>
              <a:cs typeface="Roboto"/>
            </a:endParaRPr>
          </a:p>
          <a:p>
            <a:pPr marL="514350" indent="-5143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  <a:cs typeface="Roboto"/>
              </a:rPr>
              <a:t>特徴点検出</a:t>
            </a:r>
            <a:endParaRPr lang="en-US" altLang="ja-JP" sz="2400" dirty="0">
              <a:latin typeface="BIZ UDゴシック" panose="020B0400000000000000" pitchFamily="49" charset="-128"/>
              <a:ea typeface="BIZ UDゴシック" panose="020B0400000000000000" pitchFamily="49" charset="-128"/>
              <a:cs typeface="Roboto"/>
            </a:endParaRPr>
          </a:p>
        </p:txBody>
      </p:sp>
      <p:pic>
        <p:nvPicPr>
          <p:cNvPr id="8" name="図 7" descr="グラフ, 折れ線グラフ, 散布図&#10;&#10;AI 生成コンテンツは誤りを含む可能性があります。">
            <a:extLst>
              <a:ext uri="{FF2B5EF4-FFF2-40B4-BE49-F238E27FC236}">
                <a16:creationId xmlns:a16="http://schemas.microsoft.com/office/drawing/2014/main" id="{AA158CCA-4B1B-0781-A0A9-9AB8B01AE6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8766" y="1697331"/>
            <a:ext cx="4328202" cy="432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689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9E854-887E-A7FC-30A8-2E56DC9B5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7">
            <a:extLst>
              <a:ext uri="{FF2B5EF4-FFF2-40B4-BE49-F238E27FC236}">
                <a16:creationId xmlns:a16="http://schemas.microsoft.com/office/drawing/2014/main" id="{9F170F27-019D-AA52-CF2C-08E5412F8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60" name="Group 9">
            <a:extLst>
              <a:ext uri="{FF2B5EF4-FFF2-40B4-BE49-F238E27FC236}">
                <a16:creationId xmlns:a16="http://schemas.microsoft.com/office/drawing/2014/main" id="{02AFBE10-DBD0-7F9B-8B9C-B0538A6E0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C078468-AB91-92BA-2C27-61D5FBFC6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FCEF02E-131B-AEE4-E575-2FD047F82E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2184455-6214-9D16-AAC5-D0817B1EF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04C3E54-1FFF-44C7-0199-79060DFA7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63CDFE6-9491-B6F4-EEA8-C068323D4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77BAA87-D8D5-8F65-66AA-EA0C3CD53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2FE0BAF-F0AB-3562-47F1-3B22086D3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6FDC66C-5CB4-0B75-510C-F9AB4E543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3B2B6B3-5C4E-31BF-94D4-AF378265E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EEFDF9D-DCF1-5F24-9B02-31544DB9C4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4D7B883-60E5-DC21-5623-6DF47302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B47B157-2E7C-C15D-B319-816BE67D4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BAC565-9852-B0D2-A7C8-1C162CF5DE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AA4872B-34E5-635F-C256-062CA93274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2AFA15D-9C98-FD2A-E7E6-1C4C4860F6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1B3D6E5-3FC6-CF4A-3F43-A596A58EB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71825D4-23C3-74F8-99E6-EC894436E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DC8F8B9-E307-8760-9630-56E450CF4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96E53DC-1A97-C41A-9AF7-3166C11759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C29EB14-1118-42BD-AC62-D3A559F75B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6B57C04-0BCD-66E1-D46A-9D76D44FB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1D1A72F-CCA3-C005-60C5-E220FA949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20949E9-4C8C-ADA3-6A23-E136B712D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42C5F0D-CDE6-B170-CD39-8F2A180164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54815CC-0AD0-6E6C-B14E-A0A6EF7B08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BDBFC9D-4EB8-C0E7-FD46-6AEBF348B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DB8E0E6-F4A4-A23D-78C4-5BAEEC652F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F800F91-01B2-1EA8-AFD8-53B6833E3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7B91047-0A90-D97A-6E63-C9157D2A6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Freeform: Shape 40">
            <a:extLst>
              <a:ext uri="{FF2B5EF4-FFF2-40B4-BE49-F238E27FC236}">
                <a16:creationId xmlns:a16="http://schemas.microsoft.com/office/drawing/2014/main" id="{2A207007-266E-72BF-728B-FE7B07425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2" name="Freeform: Shape 42">
            <a:extLst>
              <a:ext uri="{FF2B5EF4-FFF2-40B4-BE49-F238E27FC236}">
                <a16:creationId xmlns:a16="http://schemas.microsoft.com/office/drawing/2014/main" id="{80CFB27A-8ABD-4657-C5DE-E031F4814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3" name="Group 44">
            <a:extLst>
              <a:ext uri="{FF2B5EF4-FFF2-40B4-BE49-F238E27FC236}">
                <a16:creationId xmlns:a16="http://schemas.microsoft.com/office/drawing/2014/main" id="{68C37575-5A44-DDB8-C0BD-C7D1785CE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F0FD606-AB44-455E-5381-38CFCF29E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08FC97E-6890-73FD-1808-261DAE3B2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8428C07-5C1B-B252-0837-C266977A4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999D42C-A6AC-F248-1FAB-1BF71DB6E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7F1F857-9FF5-B0E0-95FA-15AA3A049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F69253B-6379-1F3E-8C69-A922793C6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5D8E516-EA17-23CB-AC1E-44F6FCC53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B366EE4-82A3-9808-0497-0724A0289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B7B0886-3B68-62D6-9533-FF24A46F9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2973759-73E0-CEB2-3B20-AEC35F9DD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D64A9DB-1414-B282-CACC-6B8E54497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189EC72-4D03-929E-DB7B-C99123DFB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034BDA4-85B4-55C7-F7EA-0AB576057C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1533ACC-C46B-BB4F-2F66-55CCF5142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35F65FB-B21C-8DBA-6E17-33941328EB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6D00C82-4A02-1294-1A15-8F528D68D6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091A4E8-D007-33B7-62AE-AFA7A730F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92CA0CC-2F9D-8A3B-6350-00F39B893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5AB8104-846B-9C77-C0D6-41840D484A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150D29E-8864-1948-FEA4-56B2DDCC1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FA15475-0565-E161-525D-2696F3E809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706BFEF-28F7-20F2-C0EC-4D9C09718E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A848E8D-4560-778B-B647-047710912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E945159-90DD-D282-5B50-6C46692DAB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8C04C30-79A6-A67C-F38D-8B188278B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96096359-34C8-BF4C-486E-43A267AA11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277CEB5-5F53-ED1C-5F0A-1216142E01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E9F37BC5-19A7-3D46-85B4-91081062CD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EC420A7-D998-6D2D-59DB-2EE7A2C2C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4" name="Group 75">
            <a:extLst>
              <a:ext uri="{FF2B5EF4-FFF2-40B4-BE49-F238E27FC236}">
                <a16:creationId xmlns:a16="http://schemas.microsoft.com/office/drawing/2014/main" id="{91EF35D5-745E-BA69-63C3-924AC31EE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A55C3C9D-761A-7853-737B-78C7DA91C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E0E9853-2882-490C-6985-195360BA2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715B325-69FA-03DE-4902-B60150709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275A96B-F70F-FD25-A357-53E019A1F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97D968BB-8835-902E-4D47-CBFD7B666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3490CFC-CB53-B37F-C17B-FDEA78864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95D4107-579A-05B6-E9B3-0FB37C70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B1BE2380-4F31-694C-D9F9-291694EA3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10F77FB1-78FE-5833-8B32-5258576EE7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DAEF1E4-E175-6F0B-10AC-72B7A117D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76440041-3274-F66C-B29D-81AA69F1A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6E20487-2601-3AB2-CD6D-4C06891E71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A880DC45-4527-4AB8-B273-E4472E949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C42DFB9-03EA-7C46-BA45-425AFF521E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5B5506AE-727C-3EFE-0AD5-62681FE81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E5FAA720-C5A0-4186-1A8E-4A087A154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4A853D1-B84A-9FFE-7692-37CE7954D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75688BDA-496A-E1BD-420A-AB306B1C03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E56714D-A1FB-DE32-4C5C-503882526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21A64FB2-74B9-6AA2-1862-FD6DF8EDF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73C66C2A-FBBA-98AC-6B21-86FEB093F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746794F9-FEBC-0870-D7CA-2901C52B2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18BCC8DF-5673-1621-8EFE-A162CCBAB1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883736D7-D05A-D147-F94A-756391AAA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9FA73B2-7EAC-17F6-97A9-C9ABB36E8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9F6A495-5B7A-B04C-A95E-446C56DEBA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67996611-8D1D-FAD7-B215-4BCD61EFD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FE211E0F-CDFA-DAE7-57D2-9CC81D7CB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FD3E41B-43C9-10D4-84FD-1D297E9E2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65" name="Rectangle 106">
            <a:extLst>
              <a:ext uri="{FF2B5EF4-FFF2-40B4-BE49-F238E27FC236}">
                <a16:creationId xmlns:a16="http://schemas.microsoft.com/office/drawing/2014/main" id="{99EEADA1-0D89-6494-E27A-DB41EDCC7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6" name="Rectangle 108">
            <a:extLst>
              <a:ext uri="{FF2B5EF4-FFF2-40B4-BE49-F238E27FC236}">
                <a16:creationId xmlns:a16="http://schemas.microsoft.com/office/drawing/2014/main" id="{0F053A28-B506-AFAC-63A7-CBB98DDD6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7" name="Right Triangle 110">
            <a:extLst>
              <a:ext uri="{FF2B5EF4-FFF2-40B4-BE49-F238E27FC236}">
                <a16:creationId xmlns:a16="http://schemas.microsoft.com/office/drawing/2014/main" id="{3C85535B-E29E-7998-5453-BD01B949F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23467" y="-284143"/>
            <a:ext cx="568289" cy="568289"/>
          </a:xfrm>
          <a:prstGeom prst="rtTriangl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Freeform: Shape 112">
            <a:extLst>
              <a:ext uri="{FF2B5EF4-FFF2-40B4-BE49-F238E27FC236}">
                <a16:creationId xmlns:a16="http://schemas.microsoft.com/office/drawing/2014/main" id="{D3357AA4-5664-34D8-8CDE-AD3B27CD8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88157" y="-1"/>
            <a:ext cx="1900796" cy="1487973"/>
          </a:xfrm>
          <a:custGeom>
            <a:avLst/>
            <a:gdLst>
              <a:gd name="connsiteX0" fmla="*/ 972945 w 1900796"/>
              <a:gd name="connsiteY0" fmla="*/ 0 h 1487973"/>
              <a:gd name="connsiteX1" fmla="*/ 1900796 w 1900796"/>
              <a:gd name="connsiteY1" fmla="*/ 0 h 1487973"/>
              <a:gd name="connsiteX2" fmla="*/ 1892752 w 1900796"/>
              <a:gd name="connsiteY2" fmla="*/ 21978 h 1487973"/>
              <a:gd name="connsiteX3" fmla="*/ 129456 w 1900796"/>
              <a:gd name="connsiteY3" fmla="*/ 1468215 h 1487973"/>
              <a:gd name="connsiteX4" fmla="*/ 0 w 1900796"/>
              <a:gd name="connsiteY4" fmla="*/ 1487973 h 1487973"/>
              <a:gd name="connsiteX5" fmla="*/ 0 w 1900796"/>
              <a:gd name="connsiteY5" fmla="*/ 656709 h 1487973"/>
              <a:gd name="connsiteX6" fmla="*/ 120652 w 1900796"/>
              <a:gd name="connsiteY6" fmla="*/ 625686 h 1487973"/>
              <a:gd name="connsiteX7" fmla="*/ 893935 w 1900796"/>
              <a:gd name="connsiteY7" fmla="*/ 105659 h 148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0796" h="1487973">
                <a:moveTo>
                  <a:pt x="972945" y="0"/>
                </a:moveTo>
                <a:lnTo>
                  <a:pt x="1900796" y="0"/>
                </a:lnTo>
                <a:lnTo>
                  <a:pt x="1892752" y="21978"/>
                </a:lnTo>
                <a:cubicBezTo>
                  <a:pt x="1582882" y="754592"/>
                  <a:pt x="926716" y="1305072"/>
                  <a:pt x="129456" y="1468215"/>
                </a:cubicBezTo>
                <a:lnTo>
                  <a:pt x="0" y="1487973"/>
                </a:lnTo>
                <a:lnTo>
                  <a:pt x="0" y="656709"/>
                </a:lnTo>
                <a:lnTo>
                  <a:pt x="120652" y="625686"/>
                </a:lnTo>
                <a:cubicBezTo>
                  <a:pt x="426975" y="530410"/>
                  <a:pt x="694570" y="347233"/>
                  <a:pt x="893935" y="10565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9" name="Freeform: Shape 114">
            <a:extLst>
              <a:ext uri="{FF2B5EF4-FFF2-40B4-BE49-F238E27FC236}">
                <a16:creationId xmlns:a16="http://schemas.microsoft.com/office/drawing/2014/main" id="{C275A9F3-0A4C-6C3B-BF94-FE68E7E6D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0" name="Group 116">
            <a:extLst>
              <a:ext uri="{FF2B5EF4-FFF2-40B4-BE49-F238E27FC236}">
                <a16:creationId xmlns:a16="http://schemas.microsoft.com/office/drawing/2014/main" id="{F6DCBAE7-2D17-3A1A-AFC7-6AC3A8647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D63C3FC2-C0DF-177B-402F-498E05F11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D11CA9A0-990C-B00B-BF55-D316F65414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7D404FE3-E0F0-B774-D626-30770BF07B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6858F20D-341B-0538-3A11-D55BEBFD3C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378FAD46-997B-FF73-D065-7E04C2A00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489FB9EB-BA9A-29E6-2292-82D375D8A8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24FFA814-9C90-08D9-9BF7-001679FF2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7C532DE9-A1DE-0232-5E1D-23CEE43225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CB6512DC-03C7-BA2A-0977-8F74E12F3C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B78B0D65-26D3-19CA-7542-29BA80055D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C5DA0404-C574-4D28-8178-FD495BB2B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7024FC08-2BF2-FD14-CA07-A4EAC7458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84FEB852-6529-95DE-D5F2-84F6C8A289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4E94B315-7D49-F455-8CB0-A0F3DF7EA5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9F117458-A494-8D6D-06D1-E12B1AC5F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1DFC7104-96CA-0659-316D-C9FF8C556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A9AA9C2D-3B48-11BA-0280-9F4B3A2E8C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ED34AF8-7EB7-1721-3A38-0A56CC485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EDE3A57-5C0E-114D-C432-AB8D7F5576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8E4F152E-15C5-88E8-22F2-381B47A7A8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2D2A24BD-BEAD-C2B7-F928-13EAEEBAB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24D6493-22CD-1EFE-A3A7-3FCDF75F40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64232A8F-47E8-8E6E-E976-DE24A3D22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D5E58DF0-53C0-1C37-483B-9654AD3D1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A663B67F-FF41-3469-CE5D-B89B3D71D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C371483-EC86-0A65-A54B-AE7A806DB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EB86C53A-CD28-07F1-0E93-6C451030D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06D578CE-0E09-B3F3-45C9-B4A7382E2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9A049A3E-9B51-1DE1-CD73-2481934EC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0CF8CC4C-C129-2E1B-85AE-4DF6E9FF9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9202"/>
            <a:ext cx="5344741" cy="73948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ja-JP" altLang="en-US" sz="5400" dirty="0">
                <a:solidFill>
                  <a:schemeClr val="tx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Wix Madefor Text" panose="020B0503020203020203" pitchFamily="34" charset="0"/>
              </a:rPr>
              <a:t>データ取り</a:t>
            </a:r>
            <a:endParaRPr kumimoji="1" lang="en-US" altLang="ja-JP" sz="5400" dirty="0">
              <a:solidFill>
                <a:schemeClr val="tx2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3E829D06-C613-248C-BA19-54EC072A00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8664065"/>
              </p:ext>
            </p:extLst>
          </p:nvPr>
        </p:nvGraphicFramePr>
        <p:xfrm>
          <a:off x="7755814" y="2448953"/>
          <a:ext cx="3431395" cy="33549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76" name="図 75" descr="屋内, 小さい, 座る, 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2A38E1E-987D-349A-8FBF-66C7AA1EF9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553" y="2582212"/>
            <a:ext cx="2416248" cy="3221664"/>
          </a:xfrm>
          <a:prstGeom prst="rect">
            <a:avLst/>
          </a:prstGeom>
        </p:spPr>
      </p:pic>
      <p:pic>
        <p:nvPicPr>
          <p:cNvPr id="107" name="図 106" descr="テーブル, 屋内, 座る, 机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2B6E925-7DFB-0A8B-BBDF-D6C24F7A11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936" y="2583677"/>
            <a:ext cx="2416248" cy="3221664"/>
          </a:xfrm>
          <a:prstGeom prst="rect">
            <a:avLst/>
          </a:prstGeom>
        </p:spPr>
      </p:pic>
      <p:sp>
        <p:nvSpPr>
          <p:cNvPr id="108" name="TextBox 2">
            <a:extLst>
              <a:ext uri="{FF2B5EF4-FFF2-40B4-BE49-F238E27FC236}">
                <a16:creationId xmlns:a16="http://schemas.microsoft.com/office/drawing/2014/main" id="{6EE79AA9-0ECF-9304-FDFD-1C21469CA4F8}"/>
              </a:ext>
            </a:extLst>
          </p:cNvPr>
          <p:cNvSpPr txBox="1"/>
          <p:nvPr/>
        </p:nvSpPr>
        <p:spPr>
          <a:xfrm>
            <a:off x="1333947" y="1628170"/>
            <a:ext cx="11563328" cy="5762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  <a:cs typeface="Roboto"/>
              </a:rPr>
              <a:t>段ボール中に</a:t>
            </a:r>
            <a:r>
              <a:rPr lang="en-US" altLang="ja-JP" sz="24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LiDAR</a:t>
            </a:r>
            <a:r>
              <a:rPr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  <a:cs typeface="Roboto"/>
              </a:rPr>
              <a:t>を置いてシリアル変換モジュールで直接データを取得</a:t>
            </a:r>
            <a:endParaRPr lang="en-US" altLang="ja-JP" sz="2400" dirty="0">
              <a:latin typeface="BIZ UDゴシック" panose="020B0400000000000000" pitchFamily="49" charset="-128"/>
              <a:ea typeface="BIZ UDゴシック" panose="020B0400000000000000" pitchFamily="49" charset="-128"/>
              <a:cs typeface="Roboto"/>
            </a:endParaRPr>
          </a:p>
        </p:txBody>
      </p:sp>
      <p:sp>
        <p:nvSpPr>
          <p:cNvPr id="109" name="矢印: 右 108">
            <a:extLst>
              <a:ext uri="{FF2B5EF4-FFF2-40B4-BE49-F238E27FC236}">
                <a16:creationId xmlns:a16="http://schemas.microsoft.com/office/drawing/2014/main" id="{2FA9A863-0BEF-4902-9009-BD8D95A1FCD3}"/>
              </a:ext>
            </a:extLst>
          </p:cNvPr>
          <p:cNvSpPr/>
          <p:nvPr/>
        </p:nvSpPr>
        <p:spPr>
          <a:xfrm>
            <a:off x="6754071" y="3871144"/>
            <a:ext cx="695382" cy="552202"/>
          </a:xfrm>
          <a:prstGeom prst="rightArrow">
            <a:avLst>
              <a:gd name="adj1" fmla="val 47031"/>
              <a:gd name="adj2" fmla="val 58924"/>
            </a:avLst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" name="TextBox 2">
            <a:extLst>
              <a:ext uri="{FF2B5EF4-FFF2-40B4-BE49-F238E27FC236}">
                <a16:creationId xmlns:a16="http://schemas.microsoft.com/office/drawing/2014/main" id="{7FD8C250-46F8-6D7D-2A8F-76D99CFEA812}"/>
              </a:ext>
            </a:extLst>
          </p:cNvPr>
          <p:cNvSpPr txBox="1"/>
          <p:nvPr/>
        </p:nvSpPr>
        <p:spPr>
          <a:xfrm>
            <a:off x="7604972" y="5806824"/>
            <a:ext cx="3733078" cy="4371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  <a:cs typeface="Roboto"/>
              </a:rPr>
              <a:t>デコードした結果</a:t>
            </a:r>
            <a:endParaRPr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557090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7E2754-F2B9-5A03-E7DF-E2B4698A8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7">
            <a:extLst>
              <a:ext uri="{FF2B5EF4-FFF2-40B4-BE49-F238E27FC236}">
                <a16:creationId xmlns:a16="http://schemas.microsoft.com/office/drawing/2014/main" id="{C0C875CE-21EC-4447-836E-5141C48E7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60" name="Group 9">
            <a:extLst>
              <a:ext uri="{FF2B5EF4-FFF2-40B4-BE49-F238E27FC236}">
                <a16:creationId xmlns:a16="http://schemas.microsoft.com/office/drawing/2014/main" id="{35B7DF3D-758F-EC1A-545F-4CF6D8871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CD8A75C-34A2-BD42-FC4D-B71FAD8BB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4FA799B-0372-A249-A9AF-9DEC5B73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0F9CE73-7694-5114-F7AD-7873FCA53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C8B6BA4-8C04-EED0-2E1A-583088D03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0B0B3D5-3186-0989-1D2E-DC96718AE2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A62456D-197C-A9B4-03AB-50BF9EDE5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C1AF44A-C441-5DFE-3F73-9EE7AA3BCE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45C8C88-AA4C-6C61-49E7-4A96082F0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08C9669-B434-EEF8-88D2-D47B2318C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F59B59C-BD8B-8E1E-057B-B48922C75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B4C0D0-0EC0-17AE-A3E4-21D78AD15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911318E-D896-02BA-6858-A122C85C5A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700ABAE-6087-B679-C370-B7CE20ADAB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FE14378-7FE3-983C-BB8E-9D934750FE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747E6C1-3FED-A8D7-95F2-5BE49013B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D6880EB-962C-60D8-B89F-1725A9B359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97AFE99-4432-2C0D-3136-9A92CDB96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409170D-9D6E-FBA4-8E0D-C5F906589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3912817-0AFB-47C3-FB36-243A3875A0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4DD6E63-F770-24C5-5B65-8707C7BD2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6337F9B-423B-9453-F401-B16A6B93E2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E66A7C3-0A0A-29BF-FEDF-93FA0BD81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A76CED0-1C3C-F484-F0AA-7AE7C7D60C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783911A-A1D0-5E17-F188-81A9C84CEE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B71331C-6331-67B9-60FB-625E9D03B6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177C513-1D1D-CCD5-8F0B-284B8344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12BBD59-8227-F691-54CD-15BED6C3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D5464D7-9E9B-E99F-6F46-2809EEC893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FF5D728-4067-6F79-5D04-D4D706080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Freeform: Shape 40">
            <a:extLst>
              <a:ext uri="{FF2B5EF4-FFF2-40B4-BE49-F238E27FC236}">
                <a16:creationId xmlns:a16="http://schemas.microsoft.com/office/drawing/2014/main" id="{44AD72D3-7144-B9F8-50B2-F2BEA664B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2" name="Freeform: Shape 42">
            <a:extLst>
              <a:ext uri="{FF2B5EF4-FFF2-40B4-BE49-F238E27FC236}">
                <a16:creationId xmlns:a16="http://schemas.microsoft.com/office/drawing/2014/main" id="{90429C81-51D2-299B-9951-F8477F87D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3" name="Group 44">
            <a:extLst>
              <a:ext uri="{FF2B5EF4-FFF2-40B4-BE49-F238E27FC236}">
                <a16:creationId xmlns:a16="http://schemas.microsoft.com/office/drawing/2014/main" id="{F35831B0-FD2B-DBA4-40C3-0F48A2914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5272D9F-5523-F72A-9205-F1952D0440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7BA65FE-3E43-B79A-3BDF-AC4B97DE98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976D394-7EB3-02AC-3421-274B196EB2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DC27FBE-D5BE-9329-10AF-03EA5F0A2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C209FDC-6C2A-B4DA-2C86-9E16A12D3E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960762F-6B68-CD92-3B70-627FF6A0C2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0321E10-E44A-9ED7-1926-54A03ADF5F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A83E429-C27B-B696-5A64-D5701392D6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1123E20-A368-8B19-6666-80DA95D15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C2E254D-484F-7AB0-87EB-B782241311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9F5CD39-FED2-6845-0CB9-AD35E28E75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C87CCB6-76B8-B0A5-6B69-F3866CB185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0B0E3F7-90B0-D95F-77E8-392FF6EDE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4710D5F-BA85-D411-020C-28E3C3309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E949CE5-7E75-2484-8438-BECDAD5AB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2B46E18-974A-85D3-C885-3A0755083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2202EC7-9B78-5CD7-DADE-F0776B387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59AF2120-2AD6-E9C1-380F-B378EEF748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201E508-7615-BB57-4E61-4868FEB59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1032EE8-CFCD-7770-A3CD-BBAC6811A7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157560C-9B91-7271-12E7-17C4C7AC27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46E2C72-164B-9018-3B6A-80542717C9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AB738A6-A3B0-FC79-2C5A-16FFFE25D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06E8335-6E7C-E9C5-7E39-96B55DD23B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EFFF6DF-5CE0-5CC3-1725-B2E40D77D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9AD97EB1-BC64-0061-5F34-71438C036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B0A30A8-E497-841A-BE32-8444CE034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B8DD63E6-FAAE-7FC7-C7B6-5F3BE92FBD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5A12692-CA78-BA88-B243-A79EE2C764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4" name="Group 75">
            <a:extLst>
              <a:ext uri="{FF2B5EF4-FFF2-40B4-BE49-F238E27FC236}">
                <a16:creationId xmlns:a16="http://schemas.microsoft.com/office/drawing/2014/main" id="{0D7D3941-4818-8E2D-6DA8-D37069BDE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CC723DD-830C-4A08-3434-B3F671D520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2AE7840-B9F3-4B70-F766-A94D9B4CA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76E3B498-9179-7372-91A6-3DB1F717C3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CC75BE1-BDCD-2A82-E7FF-2D15621BA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A36E327-DBB1-0969-4B6A-2EBCD6374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E64E110-8AD1-5612-7969-8A566AE7D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34815A9-3762-B534-44E1-753966E248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E7C52BC0-AB17-EBFE-77C5-3F2925766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480B733-1BBF-2533-4FCD-8DFB7E932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50BFA4F-FBA8-478D-C083-7CA56C929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5A7D49D-CA0E-E70C-296C-FB8C7D3A2D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001F18B7-5E37-6D48-FB13-9C0A9AD08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D04A04BF-8BDA-194F-A0C4-8A38F78C0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D80396E-57E3-3C9A-3B88-584AB75E28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F30DE0B-E3B8-8E45-D6E8-C9E9933650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43A5F43F-92E2-ABE7-E622-A6725BFD92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4613DEB2-9BC7-928B-2C60-0A31377C0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F09ED1B-FE6A-9233-DDDC-7A7CEB5FEE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0CECE9F-AFB7-067B-985A-B2F0DFD76D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FCB863E8-F3D7-CD7D-0C72-588102015C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F5C58AC8-6FCA-F1A1-57D8-CBAD9F83EB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A9F535B8-8091-6FF4-956E-089E765E2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6A32712-8EE9-D861-CCBF-2B85680CA0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71614EEB-C1D4-CD54-1287-B9076E2B6E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225564D-40D0-B6A3-2EE1-3F64A4D51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D651F5E5-72AC-968D-E741-3350AF4A4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75CEE052-EB12-713B-2032-85828E2871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FA6C3335-1EE2-F644-F90C-FD2CE252C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5A324E71-F155-11A4-7418-86B6BC8FC4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65" name="Rectangle 106">
            <a:extLst>
              <a:ext uri="{FF2B5EF4-FFF2-40B4-BE49-F238E27FC236}">
                <a16:creationId xmlns:a16="http://schemas.microsoft.com/office/drawing/2014/main" id="{2EC135D6-F787-C7A4-CA4E-23B3A232E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6" name="Rectangle 108">
            <a:extLst>
              <a:ext uri="{FF2B5EF4-FFF2-40B4-BE49-F238E27FC236}">
                <a16:creationId xmlns:a16="http://schemas.microsoft.com/office/drawing/2014/main" id="{CF2ECD92-725F-E515-138E-8906766A2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7" name="Right Triangle 110">
            <a:extLst>
              <a:ext uri="{FF2B5EF4-FFF2-40B4-BE49-F238E27FC236}">
                <a16:creationId xmlns:a16="http://schemas.microsoft.com/office/drawing/2014/main" id="{11A24805-A3A9-A9A1-33CB-F1D6D41C4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23467" y="-284143"/>
            <a:ext cx="568289" cy="568289"/>
          </a:xfrm>
          <a:prstGeom prst="rtTriangl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Freeform: Shape 112">
            <a:extLst>
              <a:ext uri="{FF2B5EF4-FFF2-40B4-BE49-F238E27FC236}">
                <a16:creationId xmlns:a16="http://schemas.microsoft.com/office/drawing/2014/main" id="{4532A6BA-429C-B420-58DC-6246E110B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88157" y="-1"/>
            <a:ext cx="1900796" cy="1487973"/>
          </a:xfrm>
          <a:custGeom>
            <a:avLst/>
            <a:gdLst>
              <a:gd name="connsiteX0" fmla="*/ 972945 w 1900796"/>
              <a:gd name="connsiteY0" fmla="*/ 0 h 1487973"/>
              <a:gd name="connsiteX1" fmla="*/ 1900796 w 1900796"/>
              <a:gd name="connsiteY1" fmla="*/ 0 h 1487973"/>
              <a:gd name="connsiteX2" fmla="*/ 1892752 w 1900796"/>
              <a:gd name="connsiteY2" fmla="*/ 21978 h 1487973"/>
              <a:gd name="connsiteX3" fmla="*/ 129456 w 1900796"/>
              <a:gd name="connsiteY3" fmla="*/ 1468215 h 1487973"/>
              <a:gd name="connsiteX4" fmla="*/ 0 w 1900796"/>
              <a:gd name="connsiteY4" fmla="*/ 1487973 h 1487973"/>
              <a:gd name="connsiteX5" fmla="*/ 0 w 1900796"/>
              <a:gd name="connsiteY5" fmla="*/ 656709 h 1487973"/>
              <a:gd name="connsiteX6" fmla="*/ 120652 w 1900796"/>
              <a:gd name="connsiteY6" fmla="*/ 625686 h 1487973"/>
              <a:gd name="connsiteX7" fmla="*/ 893935 w 1900796"/>
              <a:gd name="connsiteY7" fmla="*/ 105659 h 148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0796" h="1487973">
                <a:moveTo>
                  <a:pt x="972945" y="0"/>
                </a:moveTo>
                <a:lnTo>
                  <a:pt x="1900796" y="0"/>
                </a:lnTo>
                <a:lnTo>
                  <a:pt x="1892752" y="21978"/>
                </a:lnTo>
                <a:cubicBezTo>
                  <a:pt x="1582882" y="754592"/>
                  <a:pt x="926716" y="1305072"/>
                  <a:pt x="129456" y="1468215"/>
                </a:cubicBezTo>
                <a:lnTo>
                  <a:pt x="0" y="1487973"/>
                </a:lnTo>
                <a:lnTo>
                  <a:pt x="0" y="656709"/>
                </a:lnTo>
                <a:lnTo>
                  <a:pt x="120652" y="625686"/>
                </a:lnTo>
                <a:cubicBezTo>
                  <a:pt x="426975" y="530410"/>
                  <a:pt x="694570" y="347233"/>
                  <a:pt x="893935" y="10565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9" name="Freeform: Shape 114">
            <a:extLst>
              <a:ext uri="{FF2B5EF4-FFF2-40B4-BE49-F238E27FC236}">
                <a16:creationId xmlns:a16="http://schemas.microsoft.com/office/drawing/2014/main" id="{9DA31A40-B8A0-670E-63DC-421DE7861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0" name="Group 116">
            <a:extLst>
              <a:ext uri="{FF2B5EF4-FFF2-40B4-BE49-F238E27FC236}">
                <a16:creationId xmlns:a16="http://schemas.microsoft.com/office/drawing/2014/main" id="{D0706A7F-AAA4-F14D-175E-6998B552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85B82215-B44A-B20F-F0A5-E6FB985FD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0BC2D71D-F6E2-E78A-3537-26FBD91D4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2B3F12F-FCA9-F28C-64AC-12393C8426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47CBEDC6-ACA9-29EB-D1A8-C0A3ECC3B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0705C5FE-EAD2-D4DF-6474-59E2D49C47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9E254B7D-A222-D1E1-62D6-70E57AB5A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1148B7AE-A958-FD8B-D511-239081DDD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1FFD2DB6-8208-4BB4-66FE-A2765BFDD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F4E6A08C-F248-19FB-E3CC-FA7D01381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501F0422-4AAF-49C9-B654-9431EFBEE9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1AB10F32-B4E8-9C96-4CF7-D4A93FB498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F184CDE-5665-F353-B52C-03B79412FE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30FA511-83A3-97EC-830E-7A2847685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741710B1-FC09-6682-BE27-852FF7B29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9143EE09-E869-C805-B26E-39F6ED7A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0328C2DC-C781-4828-EC88-904623503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D60F9869-A016-BF16-5F85-4C64B11642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BA9ACC8-EC8E-661D-DAD7-3C3E4D6C7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5FE5389D-CE45-2DC3-9742-EC3A5A2AF7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C3B74B63-246D-D18B-B450-952E2257CA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FC4EEAA-47C3-A7FD-D586-194CB556F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9D484229-678A-D0D2-3E28-A24BAC3A6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BB6C048D-A8DE-9325-DD21-A98572D55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851B1DD4-30B0-B6C5-BAA8-D17345BD66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15C28552-4A93-C2AA-3732-EAC0264E2F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C14786E4-30CD-A790-640A-8861EA2AC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AAD1B94E-D70C-D36B-7E38-C5630A4DA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26A4263E-9E14-1F0C-26B0-C27738B81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5A86FF3-F1AA-7766-85F7-B831709C0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4B3936CC-6708-DF65-3984-D922EAEA6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9202"/>
            <a:ext cx="5344741" cy="73948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ja-JP" altLang="en-US" sz="5400" dirty="0">
                <a:solidFill>
                  <a:schemeClr val="tx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Wix Madefor Text" panose="020B0503020203020203" pitchFamily="34" charset="0"/>
              </a:rPr>
              <a:t>小数点と三角関数</a:t>
            </a:r>
            <a:endParaRPr kumimoji="1" lang="en-US" altLang="ja-JP" sz="5400" dirty="0">
              <a:solidFill>
                <a:schemeClr val="tx2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D5605F-A9DF-4502-B141-DACE443E62B6}"/>
              </a:ext>
            </a:extLst>
          </p:cNvPr>
          <p:cNvSpPr txBox="1"/>
          <p:nvPr/>
        </p:nvSpPr>
        <p:spPr>
          <a:xfrm>
            <a:off x="1239919" y="1978079"/>
            <a:ext cx="8965019" cy="30732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indent="-3240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小数点の扱い　→　固定小数点 </a:t>
            </a: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Q16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 </a:t>
            </a: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(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多すぎ</a:t>
            </a: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?)</a:t>
            </a:r>
          </a:p>
          <a:p>
            <a:pPr marL="514350" indent="-3240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三角関数の計算</a:t>
            </a:r>
            <a:endParaRPr lang="en-US" altLang="ja-JP" sz="20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  <a:p>
            <a:pPr marL="971550" lvl="1" indent="-3240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初めは</a:t>
            </a:r>
            <a:r>
              <a:rPr lang="en-US" altLang="ja-JP" sz="2000" dirty="0" err="1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Cordic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 </a:t>
            </a: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IP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を使おうとするも値が理論値と一致しない</a:t>
            </a:r>
            <a:endParaRPr lang="en-US" altLang="ja-JP" sz="20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  <a:p>
            <a:pPr marL="647550" lvl="1">
              <a:lnSpc>
                <a:spcPct val="200000"/>
              </a:lnSpc>
            </a:pP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		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↓</a:t>
            </a:r>
            <a:endParaRPr lang="en-US" altLang="ja-JP" sz="20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  <a:p>
            <a:pPr marL="971550" lvl="1" indent="-3240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ja-JP" sz="2000" dirty="0" err="1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Cordic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を手実装することで解決</a:t>
            </a:r>
            <a:endParaRPr lang="en-US" altLang="ja-JP" sz="20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</p:txBody>
      </p:sp>
      <p:pic>
        <p:nvPicPr>
          <p:cNvPr id="9" name="図 8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4B5F421-4138-5457-E735-B5AD20521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725" y="5133464"/>
            <a:ext cx="8194431" cy="160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200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CA94FB-C2F1-126A-60D5-1235EF78A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7">
            <a:extLst>
              <a:ext uri="{FF2B5EF4-FFF2-40B4-BE49-F238E27FC236}">
                <a16:creationId xmlns:a16="http://schemas.microsoft.com/office/drawing/2014/main" id="{993BAF7E-85CA-7D4E-2164-6D9669A0B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60" name="Group 9">
            <a:extLst>
              <a:ext uri="{FF2B5EF4-FFF2-40B4-BE49-F238E27FC236}">
                <a16:creationId xmlns:a16="http://schemas.microsoft.com/office/drawing/2014/main" id="{E4158DCE-68DF-D0AC-29C0-7860BA7E3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A05D246-87E1-8ACF-29D9-7D6B931ED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F11A82-8F58-DB3F-38E3-09C82C397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1A1D967-26F8-AA0D-58B7-09671F4FF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7BC4653-0AD6-7B33-68B4-24C3828B3F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750165-DDEE-5F14-0530-F669F736A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3323FDA-2CD9-56B8-36CA-583328C57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1C0AC81-44D9-7B63-D37D-5A4684B9A1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19A431E-7B33-F381-86E6-9E9C867E8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C2DA75B-1A5D-3C06-A62D-5CD60DA33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FE5670C-D8F7-6B3A-E013-4DCBE3AC3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CA3E0C2-6C3D-8885-1436-CA2B2EB04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B4B90A8-D345-DEB5-0028-298590C93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90F2345-6E7F-5529-A420-29A42EBDE7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66CD1B-D74E-9640-86F1-A2EEA010FA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CA0ECAB-773C-0737-2B15-504923862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49C3DAE-D80D-1AC4-75EB-A299B98F3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3A291F4-4603-E142-D791-CE760EA8E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5B634A8-CC79-323D-D9C7-093028BFC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4E7C202-34B0-113D-E3D0-0C0697C2F5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57B26B8-5CEE-51C1-E32A-5A3A15EC76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8942EA0-D3B5-C32F-E7EE-ADD9F0056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B6D62A5-D12B-73DF-EB65-906712A236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98338EF-2EE5-EF62-7C39-E13F51642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4FE2B0E-2597-69A2-6D61-1D100B68C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94E6987-6958-C121-9661-B174BA423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EA4B16A-9274-C64E-9D4A-A6A6AC1C7B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DE3A341-789F-D618-35C1-59651A901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9DECA0C-67FB-9609-A989-A28B908DB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871F087-B414-B414-0EB4-2462E6ADB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Freeform: Shape 40">
            <a:extLst>
              <a:ext uri="{FF2B5EF4-FFF2-40B4-BE49-F238E27FC236}">
                <a16:creationId xmlns:a16="http://schemas.microsoft.com/office/drawing/2014/main" id="{4CD0E527-F6E1-A6A1-18B5-BDE85107C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2" name="Freeform: Shape 42">
            <a:extLst>
              <a:ext uri="{FF2B5EF4-FFF2-40B4-BE49-F238E27FC236}">
                <a16:creationId xmlns:a16="http://schemas.microsoft.com/office/drawing/2014/main" id="{EEC485DB-C9B9-64F6-A30F-FEB14A01F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3" name="Group 44">
            <a:extLst>
              <a:ext uri="{FF2B5EF4-FFF2-40B4-BE49-F238E27FC236}">
                <a16:creationId xmlns:a16="http://schemas.microsoft.com/office/drawing/2014/main" id="{35BE88F4-E9DE-F087-7A98-CABEAE734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F85CD9F-6269-5B4B-7495-029B8A0399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CD4E7B2-9916-859C-4117-2B6EAFBDE1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A9709D2-339A-E00F-0D68-5E50FA071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5AAB713-B0B0-93D0-5141-7457EBDF6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3F9A3BC-119D-8196-322E-A58F27902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040CB0B-AC6D-6C4B-31B5-E0B9A52D3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41DFAC1-3359-8F27-2656-973B66F97D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9B3AAD0-F704-79F1-94DC-1FAE86BDDD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8C63925-1CEE-9484-232A-D1150132D2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2140770-77C5-3C8B-4124-2DF91A359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83C555C-6668-A923-247D-A3695F7060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D1AAEC4-EE28-44E1-98E4-F92CE55E1C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CEA4737-E084-7758-8ADE-6B2ED0E05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CE60ED5-05BA-DE01-E464-E0E83FFBCD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C03DF1C-6896-D167-8ACB-3589053156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3A31B82-3452-1EB9-78EF-E24BE517D2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F46F9EA-5ED5-DB35-5842-DCBFD8AEA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6F691F2-2BFE-FA6D-1176-FC2A40675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E26F353-1324-166C-76B1-8D5E06232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E839C1E-1BF6-92AC-B90F-77D4D75B41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19698FF-F5C4-294F-B955-93D2AEDD78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1484600-9C84-F33B-814F-56AC92DEF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1A82F52-86A0-E424-75BF-D9EE541253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6B21F5A-0D71-0682-90CF-13BBD1C12F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8FE5E00-1D55-4E77-8E24-5E53FF074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D6C0D75-0741-83A7-6161-15E584AA1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81F5105-ECD6-B745-E2B4-84D4CD454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C2088FF-0317-72D8-14BD-A1B19D09A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9ED362B-FF6F-1026-131E-59DB3949B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4" name="Group 75">
            <a:extLst>
              <a:ext uri="{FF2B5EF4-FFF2-40B4-BE49-F238E27FC236}">
                <a16:creationId xmlns:a16="http://schemas.microsoft.com/office/drawing/2014/main" id="{301AAF3F-1515-E24B-D499-DFE0BE5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14638BF-34DE-9A6D-6355-09D3F2240F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D499B4E-DDDF-9E8B-EC09-321A9B694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A1EA8396-DF13-C0F7-3763-42E4956D61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626BE29-ABA6-E70C-8FA3-0DAC5320F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8AA6394-165B-361E-6A03-33AB9B1ACC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8D0EF3AB-7C7F-D8E5-E24B-80A0091A74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2873821-5A5C-070B-FD8C-4E1EA23BA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7EC8ED8B-C28F-7344-3BA9-B4EFE921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77B1C08-484E-6D55-C4E3-68CD26ADA7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DA35297-F237-FB18-0EDB-375B35FC9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9E2E0557-C36F-1EE9-F554-C14F97DD2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72C4729-5417-2576-6815-CE9AD08316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A6C9D03-A1D6-3E0F-0865-B74571B0D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FF69DD2-BE15-562C-D87F-89866938B3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D5E4F761-9FDA-B330-C179-C9AE4BE64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CFE1444C-1AFB-4D8B-0A00-D08F8228E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90A3774-B494-F6EC-5DFE-876BAE5AB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2F17E1F-3CA4-763D-05A5-BB85C92451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A86A8A16-8B45-DB45-947E-A4C504B4F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B7888717-E96D-A59E-AC99-990D62C8B4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E2B3D59-B303-0E46-3050-37563FE25F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261350B6-B7F3-A4B8-097D-84AF5FB25B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32A18EA1-60C3-A27B-DE7C-92C7E67934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0614E540-08FA-7709-F8BA-1774C9015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95DD98-B107-F4BE-3EA3-85D5A4FF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E1225C80-22A5-ECB0-B95A-49088F9E35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4DFD87CB-0C7D-8BDA-D500-D1456827B9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9CC8B3DE-0833-D396-E8D3-A4AADA363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A84057FC-D305-5C99-ED1C-95D5DA2FA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65" name="Rectangle 106">
            <a:extLst>
              <a:ext uri="{FF2B5EF4-FFF2-40B4-BE49-F238E27FC236}">
                <a16:creationId xmlns:a16="http://schemas.microsoft.com/office/drawing/2014/main" id="{6E4D9712-2143-B84A-110F-2121DBD80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6" name="Rectangle 108">
            <a:extLst>
              <a:ext uri="{FF2B5EF4-FFF2-40B4-BE49-F238E27FC236}">
                <a16:creationId xmlns:a16="http://schemas.microsoft.com/office/drawing/2014/main" id="{16AEBE97-57F9-26AD-1E57-C5421A160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7" name="Right Triangle 110">
            <a:extLst>
              <a:ext uri="{FF2B5EF4-FFF2-40B4-BE49-F238E27FC236}">
                <a16:creationId xmlns:a16="http://schemas.microsoft.com/office/drawing/2014/main" id="{F6C49F58-3805-8C9C-7302-3981126CB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23467" y="-284143"/>
            <a:ext cx="568289" cy="568289"/>
          </a:xfrm>
          <a:prstGeom prst="rtTriangl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Freeform: Shape 112">
            <a:extLst>
              <a:ext uri="{FF2B5EF4-FFF2-40B4-BE49-F238E27FC236}">
                <a16:creationId xmlns:a16="http://schemas.microsoft.com/office/drawing/2014/main" id="{0F04C567-1FFA-FABE-D2C2-86451CCE1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88157" y="-1"/>
            <a:ext cx="1900796" cy="1487973"/>
          </a:xfrm>
          <a:custGeom>
            <a:avLst/>
            <a:gdLst>
              <a:gd name="connsiteX0" fmla="*/ 972945 w 1900796"/>
              <a:gd name="connsiteY0" fmla="*/ 0 h 1487973"/>
              <a:gd name="connsiteX1" fmla="*/ 1900796 w 1900796"/>
              <a:gd name="connsiteY1" fmla="*/ 0 h 1487973"/>
              <a:gd name="connsiteX2" fmla="*/ 1892752 w 1900796"/>
              <a:gd name="connsiteY2" fmla="*/ 21978 h 1487973"/>
              <a:gd name="connsiteX3" fmla="*/ 129456 w 1900796"/>
              <a:gd name="connsiteY3" fmla="*/ 1468215 h 1487973"/>
              <a:gd name="connsiteX4" fmla="*/ 0 w 1900796"/>
              <a:gd name="connsiteY4" fmla="*/ 1487973 h 1487973"/>
              <a:gd name="connsiteX5" fmla="*/ 0 w 1900796"/>
              <a:gd name="connsiteY5" fmla="*/ 656709 h 1487973"/>
              <a:gd name="connsiteX6" fmla="*/ 120652 w 1900796"/>
              <a:gd name="connsiteY6" fmla="*/ 625686 h 1487973"/>
              <a:gd name="connsiteX7" fmla="*/ 893935 w 1900796"/>
              <a:gd name="connsiteY7" fmla="*/ 105659 h 148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0796" h="1487973">
                <a:moveTo>
                  <a:pt x="972945" y="0"/>
                </a:moveTo>
                <a:lnTo>
                  <a:pt x="1900796" y="0"/>
                </a:lnTo>
                <a:lnTo>
                  <a:pt x="1892752" y="21978"/>
                </a:lnTo>
                <a:cubicBezTo>
                  <a:pt x="1582882" y="754592"/>
                  <a:pt x="926716" y="1305072"/>
                  <a:pt x="129456" y="1468215"/>
                </a:cubicBezTo>
                <a:lnTo>
                  <a:pt x="0" y="1487973"/>
                </a:lnTo>
                <a:lnTo>
                  <a:pt x="0" y="656709"/>
                </a:lnTo>
                <a:lnTo>
                  <a:pt x="120652" y="625686"/>
                </a:lnTo>
                <a:cubicBezTo>
                  <a:pt x="426975" y="530410"/>
                  <a:pt x="694570" y="347233"/>
                  <a:pt x="893935" y="10565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9" name="Freeform: Shape 114">
            <a:extLst>
              <a:ext uri="{FF2B5EF4-FFF2-40B4-BE49-F238E27FC236}">
                <a16:creationId xmlns:a16="http://schemas.microsoft.com/office/drawing/2014/main" id="{160E4069-184B-8133-2594-0309C1749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0" name="Group 116">
            <a:extLst>
              <a:ext uri="{FF2B5EF4-FFF2-40B4-BE49-F238E27FC236}">
                <a16:creationId xmlns:a16="http://schemas.microsoft.com/office/drawing/2014/main" id="{4274FEAA-6DE4-86BE-A942-C471102A0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3D4F21DD-9F4F-6AF6-D855-FC1D4EE0F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898C5085-84CC-692C-282F-7D442F26A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D5570E66-5E28-6F90-1894-0A68CFAA5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78B84A28-3C67-109B-3D56-AD4C3B90F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7DED3847-048B-6A4D-022F-55FE6E6B3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F4204603-AEE3-608A-08BA-9A41992696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2B3A2317-517E-2F9C-241A-6741350B16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205832A-70C6-D568-7EAA-99C60C2B1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EE40FB9C-0F57-60DA-1FEA-6F6F79B1F1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81CBAC96-20CC-222B-617A-DF3A0DDF0B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35B05659-6B57-3FEB-BB49-906FBD785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B5190B3-6D3C-002F-06D2-4EF0FEC2C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B2541B3E-2700-42AD-87E7-9C1F25469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1BA7764D-BA5F-74CC-983A-D9A30611C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306CA797-391C-43F5-E43A-39A9E510B7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52B674C-966E-65BD-3A6A-7FD1311BC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1D2A2748-E80F-0AA3-A919-AB921E9B5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1877A6A7-8F8F-46E1-8147-273CD0DB0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755B38C8-DBAE-CA63-941A-1CFA871516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E99C4827-1EF1-5164-9B45-461C77EF6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8396BCFE-2865-A1A2-FEBF-28F7678FC5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D50BB21-1ADF-2062-B5C6-E1644117E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37A9280-4562-AC70-5A26-021896725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23512D11-DC87-F2D2-2A6F-503D968C5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38CA08BE-3137-A582-2FF4-958050E58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C90CF8AE-D09B-071F-CA7A-6E7FF2577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916F4488-D1A4-1252-D754-0DB0FDD6C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19302CE9-9BB4-B622-7C71-5B8C2818FF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2F155EB2-820F-0828-BB4F-16BD6DF4A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0A6DC2E3-E396-9700-0D35-5DB89CBA5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9202"/>
            <a:ext cx="6959600" cy="73948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kumimoji="1" lang="ja-JP" altLang="en-US" sz="5400" dirty="0">
                <a:solidFill>
                  <a:schemeClr val="tx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Wix Madefor Text" panose="020B0503020203020203" pitchFamily="34" charset="0"/>
              </a:rPr>
              <a:t>アルゴリズム</a:t>
            </a:r>
            <a:endParaRPr kumimoji="1" lang="en-US" altLang="ja-JP" sz="5400" dirty="0">
              <a:solidFill>
                <a:schemeClr val="tx2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9B48789-574B-89AD-CF21-5A5D99D2A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611" y="2182734"/>
            <a:ext cx="11143410" cy="3979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8763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66EE3B-8EB6-75C6-8179-C054C101C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7">
            <a:extLst>
              <a:ext uri="{FF2B5EF4-FFF2-40B4-BE49-F238E27FC236}">
                <a16:creationId xmlns:a16="http://schemas.microsoft.com/office/drawing/2014/main" id="{50237845-F8F9-998F-6384-4BFC9FF9A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60" name="Group 9">
            <a:extLst>
              <a:ext uri="{FF2B5EF4-FFF2-40B4-BE49-F238E27FC236}">
                <a16:creationId xmlns:a16="http://schemas.microsoft.com/office/drawing/2014/main" id="{3D058286-F388-57AF-25DD-C980D05F8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AB81C9-4E68-9666-149A-EFAF3471C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43B5B8D-6363-C01B-B908-21ADBD376C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227B7DA-EE84-55A9-3FC0-69392FB90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433B9B7-42C6-A282-014E-5C8262F37F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912B1A2-06ED-1B0F-140D-01613ED04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83EDB6F-6479-EC61-FCAB-2E46D0DA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A4F5F2B-90F8-38D3-0938-68F22F46A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4DE0177-C1EC-FF04-3A44-4BB9C766A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84E56C7-79FF-33CE-5A9D-5B6C4981B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F15FEC2-7AD8-5590-D709-626D0E4C6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2A93F52-AC26-818C-F423-7641E9AFA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44E7B75-9B1E-54A2-4A45-3531EC2D6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1C34706-F890-1833-716B-288AAF161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4D46456-3EA0-15E3-B633-CF064F835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2B78A24-AE8A-A61F-5F12-866CD7346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3D37423-FC3D-5A62-8479-85C1AD48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C4A249C-11E3-6FCA-2ACF-EE75F565F4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62E0E03-72AF-F269-D82B-73AF2501DB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F03B2E8-A7A4-9820-AF0F-0F8CF92CFE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6B9EA1E-5D2E-E857-CD4E-2527CB4D7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FB2CD4C-F10A-FCD4-864D-76439DBF3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3738BFC-E27E-E2B6-6D85-70EA806ACA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9AB5912-CC60-CD6F-0BB7-1F36349C4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282EFD3-6EB1-6D92-CA10-90962A6747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E3CC3EC-DDA8-39E6-6918-E0685EC13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597A919-5417-E3D5-3D37-2488F47338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94A14CA-1157-8FAA-47EC-FFCDE7112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F9F9F57-AB04-DAEE-ACFC-FC494ADD5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765C104-81F9-FD4F-B203-1F0A5DF514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Freeform: Shape 40">
            <a:extLst>
              <a:ext uri="{FF2B5EF4-FFF2-40B4-BE49-F238E27FC236}">
                <a16:creationId xmlns:a16="http://schemas.microsoft.com/office/drawing/2014/main" id="{26B56280-0392-C155-961B-CC1C629AE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2" name="Freeform: Shape 42">
            <a:extLst>
              <a:ext uri="{FF2B5EF4-FFF2-40B4-BE49-F238E27FC236}">
                <a16:creationId xmlns:a16="http://schemas.microsoft.com/office/drawing/2014/main" id="{D0DFCCC5-74F4-345C-53D5-2AF672F4D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3" name="Group 44">
            <a:extLst>
              <a:ext uri="{FF2B5EF4-FFF2-40B4-BE49-F238E27FC236}">
                <a16:creationId xmlns:a16="http://schemas.microsoft.com/office/drawing/2014/main" id="{F22496CF-9B81-D679-315E-3B05BE842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E1CBCD7-4A11-3781-4BEC-ADFD7AAE21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7DD2C98-F1E5-CD78-21D3-B18C3E36F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1070CAD-C0CC-9AC6-BFD5-A801B5BD5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11CD951-A559-AB67-8914-03A4A08C5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EA3E4FA-9618-EFD6-DB6F-AAB771452A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582DB56-3C16-6696-CAD8-E819D591E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0B080A-BCFD-3EAC-13B5-6AE01AF2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213F1C2-791F-A1EC-F814-713A90E1C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283CC6B-0862-F576-9B05-930E397D24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87DC0D9-E6BD-10B0-4AB3-6C11A6C126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00184F6-CC42-C2F2-ECF1-9E34ECB2E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F7660ED-1C46-33D6-83DF-34B138C264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B6CD967-12D1-8ED2-B054-9322C7580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16DFA34-F0E9-B2D2-98CC-B02069620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32A9435-4BDB-57B5-DB0B-B5CA2D1DC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B3148C8-CC81-F255-6F3E-9EE9834F39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88D4BA7-23D8-BCAF-2283-889ADE803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5844287-04B3-AF46-C7E9-25AFE9705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BE45496-1207-1799-AE62-CF954222DC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23133AA-66BA-EA6F-4E95-86CFC0147D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7AB8F2B-CEAB-CC12-4EEE-A5A84E39AE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C06F403E-CF81-ACC7-B546-67EECC240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4F20509-A26A-3DEE-351B-F73588F47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F49B238-74E3-8DBB-BFFA-51A8AA7A7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122418D-35EE-4060-525E-6A928865D6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6802F3B-666E-88D0-2056-5F91596B73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FA72DBD-EE8B-78F6-984D-7F0D49A69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EA3775D-B1C0-7212-DE87-93F02223E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1E6EC3F-1958-CFAF-501C-2D24FAEDA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4" name="Group 75">
            <a:extLst>
              <a:ext uri="{FF2B5EF4-FFF2-40B4-BE49-F238E27FC236}">
                <a16:creationId xmlns:a16="http://schemas.microsoft.com/office/drawing/2014/main" id="{3560A397-8B8C-92CD-982F-BAF6BF205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5AD137B-3565-E178-DEE2-E33F394EE5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EFD724E-9C9E-B341-6E71-8BCD0F1AC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7A3EFB74-37FD-BC8C-BA9E-12CA0A4F88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0709A07B-C94E-8C15-3768-76B747E07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4D11A5F8-E24E-796D-29C2-30ED2F674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ADE1622-56EF-BFC1-5634-FD0074C68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336B41FA-E57B-7FF6-712D-C6B0E72134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D11B9D8-F8B4-54C7-6F5E-82C274E636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9098D96-2DEB-1BA8-488C-F04DA03C63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9317C9B-4C22-FA6B-A1FB-3AF2C2FA77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33DF2809-35AF-B308-D0B6-CA8728E14D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186C46B8-2468-5DAF-4DD1-C6A3D7F78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153B5ED0-3AB5-D0B4-2E07-DCA5783E68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399BEFD-7CEC-999B-DFDA-5F7DE22E0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09D4117-C751-01B7-E875-322DEF92A3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2D281C45-D807-1B38-1984-F6EE84368F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7D5A66A-AF5A-1296-AA26-579904C908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C7422F07-3EAC-6B92-0552-5CD645269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ED472579-A158-2A03-A1E2-3FAB9D194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9FE12C0F-F641-38CD-F08A-F9110E437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0117DF-2C34-2FD1-FE0A-CF31437D2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9A8BBB1-8BBC-D326-3FA6-204BA8336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FE98785C-1074-C3BF-F461-7B8A022FB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3619E636-4812-4C6E-29A1-44FD39B03B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F185C8CE-9C4B-4FB9-B352-C1E93B9449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B64B2B2-39E3-F7FD-3C16-F02AEFBAEE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02CEC2C8-480D-60CC-555B-77544903E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9117101-E142-5FDB-0D9F-15CF390E6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D5E10C17-FCE6-4B8B-8BEB-57C30510A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65" name="Rectangle 106">
            <a:extLst>
              <a:ext uri="{FF2B5EF4-FFF2-40B4-BE49-F238E27FC236}">
                <a16:creationId xmlns:a16="http://schemas.microsoft.com/office/drawing/2014/main" id="{F6BC73ED-E9BD-8325-05D4-1405A99B8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6" name="Rectangle 108">
            <a:extLst>
              <a:ext uri="{FF2B5EF4-FFF2-40B4-BE49-F238E27FC236}">
                <a16:creationId xmlns:a16="http://schemas.microsoft.com/office/drawing/2014/main" id="{B3B444CD-87D5-8BB5-F86E-12B4B6019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7" name="Right Triangle 110">
            <a:extLst>
              <a:ext uri="{FF2B5EF4-FFF2-40B4-BE49-F238E27FC236}">
                <a16:creationId xmlns:a16="http://schemas.microsoft.com/office/drawing/2014/main" id="{5D2EA14F-02E4-2498-8D01-2AA710F85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23467" y="-284143"/>
            <a:ext cx="568289" cy="568289"/>
          </a:xfrm>
          <a:prstGeom prst="rtTriangl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Freeform: Shape 112">
            <a:extLst>
              <a:ext uri="{FF2B5EF4-FFF2-40B4-BE49-F238E27FC236}">
                <a16:creationId xmlns:a16="http://schemas.microsoft.com/office/drawing/2014/main" id="{F8CC1EB6-225E-8FA1-7A3A-954C68AAB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88157" y="-1"/>
            <a:ext cx="1900796" cy="1487973"/>
          </a:xfrm>
          <a:custGeom>
            <a:avLst/>
            <a:gdLst>
              <a:gd name="connsiteX0" fmla="*/ 972945 w 1900796"/>
              <a:gd name="connsiteY0" fmla="*/ 0 h 1487973"/>
              <a:gd name="connsiteX1" fmla="*/ 1900796 w 1900796"/>
              <a:gd name="connsiteY1" fmla="*/ 0 h 1487973"/>
              <a:gd name="connsiteX2" fmla="*/ 1892752 w 1900796"/>
              <a:gd name="connsiteY2" fmla="*/ 21978 h 1487973"/>
              <a:gd name="connsiteX3" fmla="*/ 129456 w 1900796"/>
              <a:gd name="connsiteY3" fmla="*/ 1468215 h 1487973"/>
              <a:gd name="connsiteX4" fmla="*/ 0 w 1900796"/>
              <a:gd name="connsiteY4" fmla="*/ 1487973 h 1487973"/>
              <a:gd name="connsiteX5" fmla="*/ 0 w 1900796"/>
              <a:gd name="connsiteY5" fmla="*/ 656709 h 1487973"/>
              <a:gd name="connsiteX6" fmla="*/ 120652 w 1900796"/>
              <a:gd name="connsiteY6" fmla="*/ 625686 h 1487973"/>
              <a:gd name="connsiteX7" fmla="*/ 893935 w 1900796"/>
              <a:gd name="connsiteY7" fmla="*/ 105659 h 148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0796" h="1487973">
                <a:moveTo>
                  <a:pt x="972945" y="0"/>
                </a:moveTo>
                <a:lnTo>
                  <a:pt x="1900796" y="0"/>
                </a:lnTo>
                <a:lnTo>
                  <a:pt x="1892752" y="21978"/>
                </a:lnTo>
                <a:cubicBezTo>
                  <a:pt x="1582882" y="754592"/>
                  <a:pt x="926716" y="1305072"/>
                  <a:pt x="129456" y="1468215"/>
                </a:cubicBezTo>
                <a:lnTo>
                  <a:pt x="0" y="1487973"/>
                </a:lnTo>
                <a:lnTo>
                  <a:pt x="0" y="656709"/>
                </a:lnTo>
                <a:lnTo>
                  <a:pt x="120652" y="625686"/>
                </a:lnTo>
                <a:cubicBezTo>
                  <a:pt x="426975" y="530410"/>
                  <a:pt x="694570" y="347233"/>
                  <a:pt x="893935" y="10565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9" name="Freeform: Shape 114">
            <a:extLst>
              <a:ext uri="{FF2B5EF4-FFF2-40B4-BE49-F238E27FC236}">
                <a16:creationId xmlns:a16="http://schemas.microsoft.com/office/drawing/2014/main" id="{ECCD411E-8A77-1AAB-3E4B-EA65D0518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0" name="Group 116">
            <a:extLst>
              <a:ext uri="{FF2B5EF4-FFF2-40B4-BE49-F238E27FC236}">
                <a16:creationId xmlns:a16="http://schemas.microsoft.com/office/drawing/2014/main" id="{E435A38E-439C-1789-97EB-271684BC1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8FBBE60-D593-8C12-AD6D-7B37E4305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EA7CCF5B-BBF0-80E6-4B97-152BF2D0D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1955BA39-864B-2CA0-6193-5DC566F3E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E4A897F2-178D-7DB8-1762-DDFC8DF51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55013148-700B-BA15-6EDA-68D7344F1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E95342FA-B4F4-51B3-50A8-8DEB89443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E1E69BEE-4A0F-58B5-57F4-91E498E4BE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DBED6AD4-0CB1-B9C8-6DF1-729235A8A5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C53A214F-2043-1EC9-483D-956454C96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519F6BB6-AC3A-EB9F-C980-812FA33E8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1B72E7D4-849A-FFF6-7495-CADEDAEF5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6A461B5D-9DCD-28FE-22D2-D8C96C87B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E69A29B-BCBB-904E-4D66-7319162E5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5E8A126E-45EB-6C32-44E2-028E4976F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C3D5D9DA-5B71-9B4B-D3AE-03CC7891C2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2F6355D-54A5-1FD1-BA07-EB27A28B1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7A01CE71-B140-31A3-4988-A7E11BE330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B925871-0929-F74A-62DB-A56C424DD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769461E-A0AA-0BA0-C0BC-0D611A088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1112CB0F-6862-1158-65D0-8F0E3AE338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ABCF16D7-C071-A863-098D-F5763999A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61B649D2-8C65-00DC-E41C-FD3DE8599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4501B422-B387-2C8A-0AE3-366CAB65C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ADE46516-2BA1-3F44-D723-72D6292EB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C0146667-75FD-9D8A-8E29-BCB737EE63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C98566FE-85F9-CDD0-FA0A-99CE8425D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E9896EEE-FBF1-85BE-39A3-389E14D72D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EC62AFB7-A96B-9A7C-5D48-AEB3EA77E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F1257756-4347-F366-F1F7-7528D2018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B46E43BD-D3D0-10E7-75CB-764891917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9202"/>
            <a:ext cx="6959600" cy="73948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ja-JP" altLang="en-US" sz="5400" dirty="0">
                <a:solidFill>
                  <a:schemeClr val="tx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Wix Madefor Text" panose="020B0503020203020203" pitchFamily="34" charset="0"/>
              </a:rPr>
              <a:t>特徴点検出</a:t>
            </a:r>
            <a:endParaRPr kumimoji="1" lang="en-US" altLang="ja-JP" sz="5400" dirty="0">
              <a:solidFill>
                <a:schemeClr val="tx2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91E0E3BF-252D-848D-D21F-30BE22F0B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822" y="627061"/>
            <a:ext cx="6636860" cy="5927651"/>
          </a:xfrm>
          <a:prstGeom prst="rect">
            <a:avLst/>
          </a:prstGeom>
        </p:spPr>
      </p:pic>
      <p:sp>
        <p:nvSpPr>
          <p:cNvPr id="9" name="TextBox 2">
            <a:extLst>
              <a:ext uri="{FF2B5EF4-FFF2-40B4-BE49-F238E27FC236}">
                <a16:creationId xmlns:a16="http://schemas.microsoft.com/office/drawing/2014/main" id="{83954DAF-07A4-5057-0AA5-B314DC5A0889}"/>
              </a:ext>
            </a:extLst>
          </p:cNvPr>
          <p:cNvSpPr txBox="1"/>
          <p:nvPr/>
        </p:nvSpPr>
        <p:spPr>
          <a:xfrm>
            <a:off x="300318" y="2159922"/>
            <a:ext cx="10359683" cy="28039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647550" indent="-457200">
              <a:lnSpc>
                <a:spcPct val="150000"/>
              </a:lnSpc>
              <a:buFont typeface="+mj-lt"/>
              <a:buAutoNum type="arabicPeriod"/>
            </a:pP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ある点</a:t>
            </a:r>
            <a:r>
              <a:rPr lang="en-US" altLang="ja-JP" sz="2000" i="1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P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の前後</a:t>
            </a: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n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個の点について</a:t>
            </a:r>
            <a:b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</a:b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それぞれ重心</a:t>
            </a:r>
            <a:r>
              <a:rPr lang="en-US" altLang="ja-JP" sz="2000" i="1" dirty="0" err="1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g+,g</a:t>
            </a:r>
            <a:r>
              <a:rPr lang="en-US" altLang="ja-JP" sz="2000" i="1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-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を求める</a:t>
            </a:r>
            <a:endParaRPr lang="en-US" altLang="ja-JP" sz="20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  <a:p>
            <a:pPr marL="64755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3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つの点の内積を求め、標準化し</a:t>
            </a:r>
            <a:b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</a:b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閾値で特徴点を判定する</a:t>
            </a:r>
            <a:endParaRPr lang="en-US" altLang="ja-JP" sz="20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  <a:p>
            <a:pPr marL="647550" indent="-457200">
              <a:lnSpc>
                <a:spcPct val="150000"/>
              </a:lnSpc>
              <a:buFont typeface="+mj-lt"/>
              <a:buAutoNum type="arabicPeriod"/>
            </a:pP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連続して検出された場合は</a:t>
            </a:r>
            <a:r>
              <a:rPr lang="en-US" altLang="ja-JP" sz="2000" dirty="0" err="1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cos</a:t>
            </a:r>
            <a:r>
              <a:rPr lang="en-US" altLang="ja-JP" sz="2000" i="1" dirty="0" err="1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θ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が</a:t>
            </a:r>
            <a:b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</a:b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最も小さいものを採用</a:t>
            </a:r>
            <a:endParaRPr lang="en-US" altLang="ja-JP" sz="20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159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B84878-C31F-AC80-1199-EE4A8D758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7">
            <a:extLst>
              <a:ext uri="{FF2B5EF4-FFF2-40B4-BE49-F238E27FC236}">
                <a16:creationId xmlns:a16="http://schemas.microsoft.com/office/drawing/2014/main" id="{6E012D49-E5EB-ADA2-6EDC-C9D612489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60" name="Group 9">
            <a:extLst>
              <a:ext uri="{FF2B5EF4-FFF2-40B4-BE49-F238E27FC236}">
                <a16:creationId xmlns:a16="http://schemas.microsoft.com/office/drawing/2014/main" id="{F91CF077-D208-5504-54C5-0293AA76F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DEFBFD-3EB5-5DA3-E180-59A38A61F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21A860B-3003-E7B5-A241-8355243B8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D163D65-015B-886D-0236-F23D015C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ECAC7FF-0A0E-0C82-2564-D7385511F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7A3D0D4-6617-2A5C-EC2E-3922CF362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903C0B4-A30D-49D3-15F6-89F59EC347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42E8B8A-06C9-9198-FD1A-2C3E730B10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B215BA5-C2E5-8309-B3DA-C78AA9A93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6060E6F-0B4E-1B1C-F7EF-40F8BF99F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EE1F53C-D5F6-FA0F-70FE-C237B9E5E3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2CE3039-EC72-D2CF-D677-E217F89BB0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E6E00A6-FE54-6D86-DAD1-3393C9939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6F74FE3-5B45-4877-584E-9C2A949637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4F59B67-1BBE-4F6E-8562-672871082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A340F9D-50A9-82AF-EEA3-48A45E1B4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B9FA7B9-5793-37A0-BAC2-8C576D471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60892CF-43D7-D1BE-77CA-9331C4A615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FE7892A-B71F-FDE5-590B-793A1B49C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DBFB3FF-1EE9-9104-41D6-71CFD6A6F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6B40286-8A8A-8E3D-4975-60D5142927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6014753-8F4A-4C8D-1FF7-4382618A4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D84BAD7-15DC-AA54-3C1B-3A05131743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3A1110B-DF67-7433-F02A-4E17C21BD3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6C55C73-E4F9-99C9-27B4-386C52FC29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4C4B82F-BEA9-3A61-00F4-57DBAC6236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BAE2A20-D4CC-6614-74C3-12BB9C79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7DE3112-A697-451C-C84F-8950EF17C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B36FB30-53DD-9640-ABF7-D7F1A2F7B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34E71EF-0EE1-11D8-FBDD-F548D5832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Freeform: Shape 40">
            <a:extLst>
              <a:ext uri="{FF2B5EF4-FFF2-40B4-BE49-F238E27FC236}">
                <a16:creationId xmlns:a16="http://schemas.microsoft.com/office/drawing/2014/main" id="{E0EBF71F-03AD-7F9C-2E5E-AF83B8844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2" name="Freeform: Shape 42">
            <a:extLst>
              <a:ext uri="{FF2B5EF4-FFF2-40B4-BE49-F238E27FC236}">
                <a16:creationId xmlns:a16="http://schemas.microsoft.com/office/drawing/2014/main" id="{794E82A3-C478-325A-0402-36F30C3A3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3" name="Group 44">
            <a:extLst>
              <a:ext uri="{FF2B5EF4-FFF2-40B4-BE49-F238E27FC236}">
                <a16:creationId xmlns:a16="http://schemas.microsoft.com/office/drawing/2014/main" id="{9897598C-F22C-0049-A139-82E01B4E5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384FF3D-482A-A52C-44C8-73707C406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05FDDE4-5835-1EB8-CA30-24B87118D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9322077-B34A-A3DD-9DCA-BB47AD55E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7892A95-E239-86B8-72CD-D63C6EF26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E5B7020-621C-72F1-4036-66D7E444D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6611F42-B72F-B92E-0060-9161421BD1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E7AA6FF-6024-EEAF-2134-C17BD997F9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9098402-4664-03A9-99F8-C9ED67323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1E6E9E1-009E-E8F5-0EE0-B2405B13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5DCD041-B8BD-1C63-72FA-F46E910AF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233F603-ADDB-0E83-149C-D96F275FB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FF70DC-BC37-B158-59E9-5CB93263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5CC1BA1-83D7-AE1C-79EC-655704C4A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1BBF909-9619-78BE-4B05-297D37790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B8969A5-CFC1-AECD-5E32-31DB0EF23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3B050BB-EC90-F33E-689A-470FB3E87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9155685-41F1-20A2-74E0-F6C7347C2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D040BD6-84C6-0276-DF18-E652CE79E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ACFEECF-1F9D-4806-2B07-0A9F878C7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2BE0BDE-12BE-B3E4-F166-F24BFA084E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ABA6A5E-67BF-3C30-CABD-DD2A3ACFC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8165DC3-7188-159D-F63E-2F70433FE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F7F2802-6388-A667-6792-ED5048851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7DBB1C1-2C60-F766-A686-881DACF55F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DE281EC-E8C7-6C5C-3356-3DA1E7995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C0D022E-7D95-338E-ABCC-7F7170D73A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C73688D-6B2A-5175-A862-041496C2C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EB55C4DC-1D8E-CA98-FDF7-B52910A7B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9E4E1A8B-75D8-DCF3-5027-54D126ED6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4" name="Group 75">
            <a:extLst>
              <a:ext uri="{FF2B5EF4-FFF2-40B4-BE49-F238E27FC236}">
                <a16:creationId xmlns:a16="http://schemas.microsoft.com/office/drawing/2014/main" id="{55A8ED80-C426-51D3-9BCD-7CD004387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FBC85AD-1716-CA57-11E8-AD4017FD3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18E9C7D-EBBF-4352-5757-97B30B760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44DB946-C3A3-A281-A655-4A4F7C1FC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38D4312-619C-D0F1-7979-37D4CD2DB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9A1F60A9-9442-A105-DB66-10A45CC9C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32DC8BA-2F2D-B668-D4FA-4BD8E2BBA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A6A595AB-A340-6A96-EFF1-440D90A6E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8FF23C0-94A6-E9D2-D474-9BDCAF4DD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DDFB07A-0A98-CF47-2082-780472E5D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6C937E6-111C-5BF3-BC1E-17E8F4D25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DCAAA13-B28D-52D8-ABE0-1DE7C29936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AFD75AB2-B9A2-B80E-A05D-D1F1624D2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E18E749D-11A8-B295-C9A5-F95028918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4BC27AF7-EB31-1486-1E28-6856ED813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C97BEA7-1E37-EB25-0B5F-D13F661F1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EB4F27AB-12C4-D88F-1810-4F1D157B2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5402B89-DF57-BBC2-2459-E1FDF91F2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BE89C2F8-BBE6-0B3A-4D82-87DE96140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AB6A2AF-B322-D96E-3021-180B57CC6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1525231C-52DA-EC9C-9391-EC1C4A3044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10487436-4730-EE88-F8BB-5E11A08EC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7BBA1D21-D18E-667E-E675-1A2EEE8D7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EAA26FA7-9B52-72A1-8BAA-FB717FD7E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DFEDE322-D52F-8629-DD0D-70BD6B3A2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E56ECF14-9347-42C2-9E84-8A1928C666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90BD46C5-CEE9-4DF2-532E-FB80C3117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B50DA104-779C-C4FD-6F0D-EC3F24ACD6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948B8A5D-BB1B-E000-D569-1B520D0DA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5CA58211-FBAC-2AF7-833E-7C0D502E3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65" name="Rectangle 106">
            <a:extLst>
              <a:ext uri="{FF2B5EF4-FFF2-40B4-BE49-F238E27FC236}">
                <a16:creationId xmlns:a16="http://schemas.microsoft.com/office/drawing/2014/main" id="{00D91323-CD1F-CB36-9E01-A01B6E13F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6" name="Rectangle 108">
            <a:extLst>
              <a:ext uri="{FF2B5EF4-FFF2-40B4-BE49-F238E27FC236}">
                <a16:creationId xmlns:a16="http://schemas.microsoft.com/office/drawing/2014/main" id="{7073D7DD-024E-971B-1930-57DF1A495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7" name="Right Triangle 110">
            <a:extLst>
              <a:ext uri="{FF2B5EF4-FFF2-40B4-BE49-F238E27FC236}">
                <a16:creationId xmlns:a16="http://schemas.microsoft.com/office/drawing/2014/main" id="{CC59DB92-3E9C-5750-C8CC-6C35E5CD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23467" y="-284143"/>
            <a:ext cx="568289" cy="568289"/>
          </a:xfrm>
          <a:prstGeom prst="rtTriangl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Freeform: Shape 112">
            <a:extLst>
              <a:ext uri="{FF2B5EF4-FFF2-40B4-BE49-F238E27FC236}">
                <a16:creationId xmlns:a16="http://schemas.microsoft.com/office/drawing/2014/main" id="{3CAE6741-506D-555C-7243-2715180C0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88157" y="-1"/>
            <a:ext cx="1900796" cy="1487973"/>
          </a:xfrm>
          <a:custGeom>
            <a:avLst/>
            <a:gdLst>
              <a:gd name="connsiteX0" fmla="*/ 972945 w 1900796"/>
              <a:gd name="connsiteY0" fmla="*/ 0 h 1487973"/>
              <a:gd name="connsiteX1" fmla="*/ 1900796 w 1900796"/>
              <a:gd name="connsiteY1" fmla="*/ 0 h 1487973"/>
              <a:gd name="connsiteX2" fmla="*/ 1892752 w 1900796"/>
              <a:gd name="connsiteY2" fmla="*/ 21978 h 1487973"/>
              <a:gd name="connsiteX3" fmla="*/ 129456 w 1900796"/>
              <a:gd name="connsiteY3" fmla="*/ 1468215 h 1487973"/>
              <a:gd name="connsiteX4" fmla="*/ 0 w 1900796"/>
              <a:gd name="connsiteY4" fmla="*/ 1487973 h 1487973"/>
              <a:gd name="connsiteX5" fmla="*/ 0 w 1900796"/>
              <a:gd name="connsiteY5" fmla="*/ 656709 h 1487973"/>
              <a:gd name="connsiteX6" fmla="*/ 120652 w 1900796"/>
              <a:gd name="connsiteY6" fmla="*/ 625686 h 1487973"/>
              <a:gd name="connsiteX7" fmla="*/ 893935 w 1900796"/>
              <a:gd name="connsiteY7" fmla="*/ 105659 h 148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0796" h="1487973">
                <a:moveTo>
                  <a:pt x="972945" y="0"/>
                </a:moveTo>
                <a:lnTo>
                  <a:pt x="1900796" y="0"/>
                </a:lnTo>
                <a:lnTo>
                  <a:pt x="1892752" y="21978"/>
                </a:lnTo>
                <a:cubicBezTo>
                  <a:pt x="1582882" y="754592"/>
                  <a:pt x="926716" y="1305072"/>
                  <a:pt x="129456" y="1468215"/>
                </a:cubicBezTo>
                <a:lnTo>
                  <a:pt x="0" y="1487973"/>
                </a:lnTo>
                <a:lnTo>
                  <a:pt x="0" y="656709"/>
                </a:lnTo>
                <a:lnTo>
                  <a:pt x="120652" y="625686"/>
                </a:lnTo>
                <a:cubicBezTo>
                  <a:pt x="426975" y="530410"/>
                  <a:pt x="694570" y="347233"/>
                  <a:pt x="893935" y="10565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9" name="Freeform: Shape 114">
            <a:extLst>
              <a:ext uri="{FF2B5EF4-FFF2-40B4-BE49-F238E27FC236}">
                <a16:creationId xmlns:a16="http://schemas.microsoft.com/office/drawing/2014/main" id="{47C250E6-4B79-C9F4-E31F-019AD2477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0" name="Group 116">
            <a:extLst>
              <a:ext uri="{FF2B5EF4-FFF2-40B4-BE49-F238E27FC236}">
                <a16:creationId xmlns:a16="http://schemas.microsoft.com/office/drawing/2014/main" id="{15128153-E65C-037A-D6B1-59EFA143E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6D690EE2-BEB9-44D1-F0A1-285AF37182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3A18B0E2-CBF2-B74C-4F2A-FF7BFC9684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7D1502B5-52C3-0021-0F00-E7A4595915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71B68678-9EEC-4BBE-73C1-5B64FD649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C6AFC3C4-2A49-F971-92C8-0C7DE21E3E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54AA1D3F-1945-4478-5467-754CE9E01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3A60E626-011E-2121-DC35-E5BAFC880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E333D35A-E1AE-E82B-E950-D3EFE2FD3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53385C5D-06B6-8AC9-4DC9-D9781F76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CB0879EA-2342-349E-97EB-3DEB6E34C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A550747B-6851-60C6-E750-E9B9332A8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EE0C87E-6B48-8D96-3C16-B4D61DE9F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A6DB8F8A-881A-0F68-AFF3-BB8DD8B03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D42E8DE2-DE6C-AF64-FA32-AD38E0F67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8A4394CC-DFEC-B545-1EBD-C6AAC86E7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6FA4B9B-FC26-318E-F4F9-62134B90AF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09EC1173-F6EC-EC1E-C132-36B94C0AD2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B88123C8-3939-4693-94AB-6B3EF4166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BF835219-9395-3190-BA3B-E064AE827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A8C1B324-4781-9001-FA36-15A3D7310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E2EEAECB-D45B-00C5-0E23-D9D49F34B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CE46424-195C-25E1-B922-BC6E32B06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BBE8E71-D0F7-9015-4D99-B1DF7FB69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D0852669-2D86-B96C-7630-D6FD6BFAB7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91017AE9-EA43-30CC-3392-8FF8BFFE3F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A785ABC7-113B-813E-8C17-E47B9E7625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43E4413B-A31E-F590-6CC7-98753E6AF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01D484C-CE52-0F73-A1EA-36C661B1EA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7DE3C348-DE51-765A-CBD0-759E676C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6C2BAFF1-C06A-CE5B-33B6-742B31D44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9202"/>
            <a:ext cx="6959600" cy="73948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ja-JP" altLang="en-US" sz="5400" dirty="0">
                <a:solidFill>
                  <a:schemeClr val="tx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Wix Madefor Text" panose="020B0503020203020203" pitchFamily="34" charset="0"/>
              </a:rPr>
              <a:t>特徴点検出</a:t>
            </a:r>
            <a:r>
              <a:rPr lang="en-US" altLang="ja-JP" sz="5400" dirty="0">
                <a:solidFill>
                  <a:schemeClr val="tx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Wix Madefor Text" panose="020B0503020203020203" pitchFamily="34" charset="0"/>
              </a:rPr>
              <a:t>: </a:t>
            </a:r>
            <a:r>
              <a:rPr lang="ja-JP" altLang="en-US" sz="5400" dirty="0">
                <a:solidFill>
                  <a:schemeClr val="tx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Wix Madefor Text" panose="020B0503020203020203" pitchFamily="34" charset="0"/>
              </a:rPr>
              <a:t>結果</a:t>
            </a:r>
            <a:endParaRPr kumimoji="1" lang="en-US" altLang="ja-JP" sz="5400" dirty="0">
              <a:solidFill>
                <a:schemeClr val="tx2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pic>
        <p:nvPicPr>
          <p:cNvPr id="8" name="図 7" descr="グラフ, 折れ線グラフ, 散布図&#10;&#10;AI 生成コンテンツは誤りを含む可能性があります。">
            <a:extLst>
              <a:ext uri="{FF2B5EF4-FFF2-40B4-BE49-F238E27FC236}">
                <a16:creationId xmlns:a16="http://schemas.microsoft.com/office/drawing/2014/main" id="{90A687C4-8867-22D5-A4AB-5E415BE72E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395" y="2804490"/>
            <a:ext cx="3295140" cy="3295140"/>
          </a:xfrm>
          <a:prstGeom prst="rect">
            <a:avLst/>
          </a:prstGeom>
        </p:spPr>
      </p:pic>
      <p:pic>
        <p:nvPicPr>
          <p:cNvPr id="6" name="図 5" descr="グラフ, 折れ線グラフ, 散布図&#10;&#10;AI 生成コンテンツは誤りを含む可能性があります。">
            <a:extLst>
              <a:ext uri="{FF2B5EF4-FFF2-40B4-BE49-F238E27FC236}">
                <a16:creationId xmlns:a16="http://schemas.microsoft.com/office/drawing/2014/main" id="{00EDD9EF-15CC-62BF-6F4F-5056134B92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503" y="2804490"/>
            <a:ext cx="3295139" cy="3295139"/>
          </a:xfrm>
          <a:prstGeom prst="rect">
            <a:avLst/>
          </a:prstGeom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8D8D66D-6973-3BAE-45DB-CE5D399E15B1}"/>
              </a:ext>
            </a:extLst>
          </p:cNvPr>
          <p:cNvSpPr txBox="1"/>
          <p:nvPr/>
        </p:nvSpPr>
        <p:spPr>
          <a:xfrm>
            <a:off x="878871" y="1637785"/>
            <a:ext cx="10359683" cy="9618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indent="-32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安物の</a:t>
            </a: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LiDAR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であるため点群が汚く、誤検出がある</a:t>
            </a:r>
            <a:endParaRPr lang="en-US" altLang="ja-JP" sz="20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  <a:p>
            <a:pPr marL="647550" lvl="1">
              <a:lnSpc>
                <a:spcPct val="150000"/>
              </a:lnSpc>
            </a:pP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→パラメータの調節である程度緩和できる</a:t>
            </a:r>
            <a:endParaRPr lang="en-US" altLang="ja-JP" sz="20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AA0AE58A-944A-70AC-3331-6915050DFF3F}"/>
              </a:ext>
            </a:extLst>
          </p:cNvPr>
          <p:cNvSpPr txBox="1"/>
          <p:nvPr/>
        </p:nvSpPr>
        <p:spPr>
          <a:xfrm>
            <a:off x="2452124" y="6099629"/>
            <a:ext cx="2342794" cy="5001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90350">
              <a:lnSpc>
                <a:spcPct val="150000"/>
              </a:lnSpc>
            </a:pP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14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個の点で判定</a:t>
            </a:r>
            <a:endParaRPr lang="en-US" altLang="ja-JP" sz="20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231B54B-41B0-EFEF-080B-583E41BB5783}"/>
              </a:ext>
            </a:extLst>
          </p:cNvPr>
          <p:cNvSpPr txBox="1"/>
          <p:nvPr/>
        </p:nvSpPr>
        <p:spPr>
          <a:xfrm>
            <a:off x="6937292" y="6108798"/>
            <a:ext cx="2342794" cy="4955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90350">
              <a:lnSpc>
                <a:spcPct val="150000"/>
              </a:lnSpc>
            </a:pP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24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個の点で判定</a:t>
            </a:r>
            <a:endParaRPr lang="en-US" altLang="ja-JP" sz="20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920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70F79A-E5B5-7E3C-34E0-DF1B26F68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7">
            <a:extLst>
              <a:ext uri="{FF2B5EF4-FFF2-40B4-BE49-F238E27FC236}">
                <a16:creationId xmlns:a16="http://schemas.microsoft.com/office/drawing/2014/main" id="{FB975F43-7A18-D3C5-6D90-96B5F5247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56" name="Group 9">
            <a:extLst>
              <a:ext uri="{FF2B5EF4-FFF2-40B4-BE49-F238E27FC236}">
                <a16:creationId xmlns:a16="http://schemas.microsoft.com/office/drawing/2014/main" id="{4E9F8EC7-E7D2-0BAA-4EBC-FF36F570F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D866B91-0CAB-8B01-8376-E7DAFF0A4D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1">
              <a:extLst>
                <a:ext uri="{FF2B5EF4-FFF2-40B4-BE49-F238E27FC236}">
                  <a16:creationId xmlns:a16="http://schemas.microsoft.com/office/drawing/2014/main" id="{796AC674-02C6-B28A-106C-AF2F86D3B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603A288-E9B0-BB9D-99BE-8B943DC374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3">
              <a:extLst>
                <a:ext uri="{FF2B5EF4-FFF2-40B4-BE49-F238E27FC236}">
                  <a16:creationId xmlns:a16="http://schemas.microsoft.com/office/drawing/2014/main" id="{85CA4B51-D84D-8335-883D-AFD5A0753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D4CA8A1-DD9C-1191-98E0-4068BA42B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">
              <a:extLst>
                <a:ext uri="{FF2B5EF4-FFF2-40B4-BE49-F238E27FC236}">
                  <a16:creationId xmlns:a16="http://schemas.microsoft.com/office/drawing/2014/main" id="{546FB9B3-A794-85F3-C578-52E5F5EAA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B1F27BC-3DEE-4FF2-C185-B2880F488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61B0D8F-0E4D-7CC9-F4B9-971EA37F7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D112D91-6641-53E5-EA90-FB396E4C3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867E13D-AA4F-C455-B8DC-553B3A44E9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FCC0E3C-4787-683A-3B34-239C2A1E1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6F26573-C870-CDC7-CFF4-661DF703D9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0330BF2-2A26-4951-33E1-5D7B3A06A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25D7F20-4E84-71B6-3964-25B24F8BD4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0C73FF3-F5C3-BFD9-18FD-ED5A9DCC2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5FC6FDD-DE6F-A4F1-4FBB-108541C749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AACF215-DDB1-D03D-FC9C-857366794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54E249C-5031-B5EC-9793-49CD9B54C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AB3F290-2508-A4CB-5A4F-6B0EDF4CB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D0F8D1E-7EAB-CE00-596D-29BA257C7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92B8AAC-3441-BF40-3154-10037639D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C7BBC6F-D106-D90E-C92B-E0E098F36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85FDFC2-3779-43AB-636C-320E9DFEF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703B9B4-5EBC-79D8-8196-75CA43B33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CFDA419-77EB-CCCE-376E-8AD25BF31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BC25DFB-0328-2FED-EB57-32F2D913B8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B822864-1579-044E-E4AB-67FB7E0CF5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F27D5F1-4B94-8740-0E0F-CB1A49832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13E7332-0989-43EF-1B92-94AFDD179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0" name="Freeform: Shape 40">
            <a:extLst>
              <a:ext uri="{FF2B5EF4-FFF2-40B4-BE49-F238E27FC236}">
                <a16:creationId xmlns:a16="http://schemas.microsoft.com/office/drawing/2014/main" id="{3E298A72-CB63-723F-F03F-03EB2A686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1" name="Freeform: Shape 42">
            <a:extLst>
              <a:ext uri="{FF2B5EF4-FFF2-40B4-BE49-F238E27FC236}">
                <a16:creationId xmlns:a16="http://schemas.microsoft.com/office/drawing/2014/main" id="{20DA2661-35AE-F791-74C6-B3785D752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2" name="Group 44">
            <a:extLst>
              <a:ext uri="{FF2B5EF4-FFF2-40B4-BE49-F238E27FC236}">
                <a16:creationId xmlns:a16="http://schemas.microsoft.com/office/drawing/2014/main" id="{68C9EBC1-7509-BAC3-162D-3613846F6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5321D14-65D0-1D5B-ADF7-7B7FD83813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447BE05-91D3-EE7E-CF6E-7C0B39EB53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CFCFA37-8429-9898-A2D0-B1E80AF78F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0B2F78F-D737-FF77-444C-D87BC14E2F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115508A-C629-AFEE-DCD2-DD21656CC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40994B9-5FE6-D568-86DD-8AF28CB79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FBAEEFA-2411-3986-22EA-E6CC51468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1126813-25B9-7E1A-2841-36BF2D4142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E4BA90-BC3B-C18B-1D55-275D04FE4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91A582F-7003-220A-3B94-C66C1F5209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A12A242-C4CB-0829-94FF-8E3FB87195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A11FFC7-8D71-110B-B520-177D0C074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06E7EE3-8F36-8822-1F0E-741877E2B5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700BB30-933C-D9FC-2065-E051F72F6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2C104E3-0CA0-5B05-7EAD-B2EE7010B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B5AD615-9E00-0D44-9EFB-E477171335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39A8B6D-81B2-5CF6-9321-7483D9297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5B0FC1C1-A39F-7B7D-3CE3-1AD70E64F4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106FAABB-9E3E-110D-FF0F-BCAB0380A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7A835A9-5E1E-550D-2707-676D91757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3041378-6D77-13CC-FA4B-D84BC53B4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7778CEB-4304-C1A6-E93F-2EEFCB6541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FB799A5-866B-309A-A909-DE02743B6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ECA1D76-659A-A970-405E-A53B342E4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95CBFA6-11A6-04DE-CEE1-F1024F4C4F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A32C431-B553-035C-211E-51785094A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2145603-0F9E-7455-5269-98B8C4D37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129EEE7-DCFB-9CCB-FEDE-8004BFE79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CB4DCE0-3571-1A04-079C-29619211B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oup 75">
            <a:extLst>
              <a:ext uri="{FF2B5EF4-FFF2-40B4-BE49-F238E27FC236}">
                <a16:creationId xmlns:a16="http://schemas.microsoft.com/office/drawing/2014/main" id="{4F600BE8-D0AF-7D7A-B4D4-D6739BD8F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4ADD747B-D38F-C8DA-A58A-7F1783D9C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C89E750-0245-0446-AF4E-95F846BC4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41CFF346-754D-24D3-848E-7BC3C7C43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BBA68D7-F398-1B3A-A8ED-33691A942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14B1785-DFAA-DCAE-6F85-A3BAA58BC7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B630B9BE-9FB5-9918-5B48-48BAA01A4C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5ABA6E0-0301-D8CA-E18C-8626B04BF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F29B4BB-9BFE-FFD2-C161-8D84BADA5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9135D7B-7DF2-8956-154D-A57E772B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12A2574-C9C3-536D-C185-2B64F1A092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7C86865-37E1-E66D-AAF2-013F8B847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E3CC3205-7D61-766D-C99D-1A2B64F25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EA27D34-9B33-2EF3-7A0C-8264123F3F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8B7803D9-8DAD-97AC-4599-F3840D845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93CA7785-FDCE-963F-4864-CBC3BF041D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A7D362E-7996-AC33-1856-7845FB1A40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E83C256-9766-CB50-E746-38E7A562B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EFFAE1F-8284-ECCC-1A68-7464FFB067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A533E01D-E058-19A9-8FB2-83195ACE2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226490C8-1C8B-C1E0-9883-A0CA6FD7A2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FA9505D-D36B-28BE-E6B3-A96CE87CA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BF5FD33-79AA-9B3B-76FF-D6B164192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EAF5A624-BA5C-21E8-910A-D6647E5D0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811CAF-D8C1-1F6E-0296-F8CDF5DF83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027A27C7-60A8-7371-E269-7F3B709C1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5E3F513-9C53-66F1-F7AB-CCE780BFA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68C922BA-F81E-38EE-1DC8-E3408C7C64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FFA20BAD-9E6F-FFB8-537C-CA0B03337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2800E61-8B39-7D65-49BE-FE1970036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64" name="Rectangle 106">
            <a:extLst>
              <a:ext uri="{FF2B5EF4-FFF2-40B4-BE49-F238E27FC236}">
                <a16:creationId xmlns:a16="http://schemas.microsoft.com/office/drawing/2014/main" id="{8B62B11F-CE0B-5C3F-6AE2-0B96B3BDF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5" name="Rectangle 108">
            <a:extLst>
              <a:ext uri="{FF2B5EF4-FFF2-40B4-BE49-F238E27FC236}">
                <a16:creationId xmlns:a16="http://schemas.microsoft.com/office/drawing/2014/main" id="{F740D17D-BDB2-EBDB-9A13-B0F7FBC41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6" name="Right Triangle 110">
            <a:extLst>
              <a:ext uri="{FF2B5EF4-FFF2-40B4-BE49-F238E27FC236}">
                <a16:creationId xmlns:a16="http://schemas.microsoft.com/office/drawing/2014/main" id="{C295434A-B711-DF6A-647E-76EAB885F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902647" y="-284144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Freeform: Shape 112">
            <a:extLst>
              <a:ext uri="{FF2B5EF4-FFF2-40B4-BE49-F238E27FC236}">
                <a16:creationId xmlns:a16="http://schemas.microsoft.com/office/drawing/2014/main" id="{98497C7A-7937-B641-B923-984009734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65326" y="0"/>
            <a:ext cx="2323626" cy="3111267"/>
          </a:xfrm>
          <a:custGeom>
            <a:avLst/>
            <a:gdLst>
              <a:gd name="connsiteX0" fmla="*/ 94643 w 2323626"/>
              <a:gd name="connsiteY0" fmla="*/ 0 h 3111267"/>
              <a:gd name="connsiteX1" fmla="*/ 963280 w 2323626"/>
              <a:gd name="connsiteY1" fmla="*/ 0 h 3111267"/>
              <a:gd name="connsiteX2" fmla="*/ 947119 w 2323626"/>
              <a:gd name="connsiteY2" fmla="*/ 33549 h 3111267"/>
              <a:gd name="connsiteX3" fmla="*/ 818991 w 2323626"/>
              <a:gd name="connsiteY3" fmla="*/ 668189 h 3111267"/>
              <a:gd name="connsiteX4" fmla="*/ 2282726 w 2323626"/>
              <a:gd name="connsiteY4" fmla="*/ 2290209 h 3111267"/>
              <a:gd name="connsiteX5" fmla="*/ 2323626 w 2323626"/>
              <a:gd name="connsiteY5" fmla="*/ 2292275 h 3111267"/>
              <a:gd name="connsiteX6" fmla="*/ 2323626 w 2323626"/>
              <a:gd name="connsiteY6" fmla="*/ 3111267 h 3111267"/>
              <a:gd name="connsiteX7" fmla="*/ 2198990 w 2323626"/>
              <a:gd name="connsiteY7" fmla="*/ 3104973 h 3111267"/>
              <a:gd name="connsiteX8" fmla="*/ 0 w 2323626"/>
              <a:gd name="connsiteY8" fmla="*/ 668189 h 3111267"/>
              <a:gd name="connsiteX9" fmla="*/ 49764 w 2323626"/>
              <a:gd name="connsiteY9" fmla="*/ 174544 h 3111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3626" h="3111267">
                <a:moveTo>
                  <a:pt x="94643" y="0"/>
                </a:moveTo>
                <a:lnTo>
                  <a:pt x="963280" y="0"/>
                </a:lnTo>
                <a:lnTo>
                  <a:pt x="947119" y="33549"/>
                </a:lnTo>
                <a:cubicBezTo>
                  <a:pt x="864614" y="228612"/>
                  <a:pt x="818991" y="443073"/>
                  <a:pt x="818991" y="668189"/>
                </a:cubicBezTo>
                <a:cubicBezTo>
                  <a:pt x="818991" y="1512376"/>
                  <a:pt x="1460568" y="2206715"/>
                  <a:pt x="2282726" y="2290209"/>
                </a:cubicBezTo>
                <a:lnTo>
                  <a:pt x="2323626" y="2292275"/>
                </a:lnTo>
                <a:lnTo>
                  <a:pt x="2323626" y="3111267"/>
                </a:lnTo>
                <a:lnTo>
                  <a:pt x="2198990" y="3104973"/>
                </a:lnTo>
                <a:cubicBezTo>
                  <a:pt x="963850" y="2979538"/>
                  <a:pt x="0" y="1936423"/>
                  <a:pt x="0" y="668189"/>
                </a:cubicBezTo>
                <a:cubicBezTo>
                  <a:pt x="0" y="499091"/>
                  <a:pt x="17135" y="333996"/>
                  <a:pt x="49764" y="174544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8" name="Freeform: Shape 114">
            <a:extLst>
              <a:ext uri="{FF2B5EF4-FFF2-40B4-BE49-F238E27FC236}">
                <a16:creationId xmlns:a16="http://schemas.microsoft.com/office/drawing/2014/main" id="{11CB01F1-D9CD-8C68-C435-1865B6A99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26085"/>
            <a:ext cx="2372980" cy="2023523"/>
          </a:xfrm>
          <a:custGeom>
            <a:avLst/>
            <a:gdLst>
              <a:gd name="connsiteX0" fmla="*/ 0 w 2372980"/>
              <a:gd name="connsiteY0" fmla="*/ 0 h 2023523"/>
              <a:gd name="connsiteX1" fmla="*/ 213128 w 2372980"/>
              <a:gd name="connsiteY1" fmla="*/ 10763 h 2023523"/>
              <a:gd name="connsiteX2" fmla="*/ 2362355 w 2372980"/>
              <a:gd name="connsiteY2" fmla="*/ 1953901 h 2023523"/>
              <a:gd name="connsiteX3" fmla="*/ 2372980 w 2372980"/>
              <a:gd name="connsiteY3" fmla="*/ 2023523 h 2023523"/>
              <a:gd name="connsiteX4" fmla="*/ 1535462 w 2372980"/>
              <a:gd name="connsiteY4" fmla="*/ 2023523 h 2023523"/>
              <a:gd name="connsiteX5" fmla="*/ 1519824 w 2372980"/>
              <a:gd name="connsiteY5" fmla="*/ 1962704 h 2023523"/>
              <a:gd name="connsiteX6" fmla="*/ 129390 w 2372980"/>
              <a:gd name="connsiteY6" fmla="*/ 825526 h 2023523"/>
              <a:gd name="connsiteX7" fmla="*/ 0 w 2372980"/>
              <a:gd name="connsiteY7" fmla="*/ 818992 h 2023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72980" h="2023523">
                <a:moveTo>
                  <a:pt x="0" y="0"/>
                </a:moveTo>
                <a:lnTo>
                  <a:pt x="213128" y="10763"/>
                </a:lnTo>
                <a:cubicBezTo>
                  <a:pt x="1283583" y="119473"/>
                  <a:pt x="2150269" y="917463"/>
                  <a:pt x="2362355" y="1953901"/>
                </a:cubicBezTo>
                <a:lnTo>
                  <a:pt x="2372980" y="2023523"/>
                </a:lnTo>
                <a:lnTo>
                  <a:pt x="1535462" y="2023523"/>
                </a:lnTo>
                <a:lnTo>
                  <a:pt x="1519824" y="1962704"/>
                </a:lnTo>
                <a:cubicBezTo>
                  <a:pt x="1329271" y="1350058"/>
                  <a:pt x="787117" y="892322"/>
                  <a:pt x="129390" y="825526"/>
                </a:cubicBezTo>
                <a:lnTo>
                  <a:pt x="0" y="818992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9" name="Group 116">
            <a:extLst>
              <a:ext uri="{FF2B5EF4-FFF2-40B4-BE49-F238E27FC236}">
                <a16:creationId xmlns:a16="http://schemas.microsoft.com/office/drawing/2014/main" id="{D0CE0DF6-2584-2B9C-B5F9-2A7E1B41D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839A3901-F072-D9B9-CEDB-8A742CA9C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99717773-8246-5A65-F6DB-EFEAE43FB6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A6107165-32D5-CB75-B015-85B73033C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881F2F00-9D4D-648C-AE04-9DD952134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5E7D8995-A79B-10C8-302C-200B4697A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F257649-A3A7-74E4-37C7-18A3528A99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52D1DEFC-6DCE-6E51-733C-96C8C128D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0BFFF03F-2089-006D-404F-1A395C841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6ED79D5B-D5C1-EE87-E9E2-5FEA921C0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F5B4DF04-C6FE-EFF0-7506-E7FBE58F0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0314282-7904-A606-F34A-A5E5C22BE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8A9983D-1C1B-9385-0926-A96C67608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8D557A6F-35B2-FA5D-CF03-60483AE33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F4D15C2-1446-2FB4-9CF5-26539D6D5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AD265228-0416-9C52-80D3-3725CC492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D23DCD80-D2D1-5834-A4DF-D580720778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53908D84-69F1-DFFC-7302-82504A25DE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AD33FAA-EEAA-4F8B-7FC9-34EEBE53F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03B91997-F7EB-A760-6754-736FC88B6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6F314D45-2BC5-FFD4-4654-A7E87A8FF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F6952CE-DF53-BC41-2D02-18D73B4B19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66C8037-AF71-9895-E0B5-DB870F4EE4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2CEB527-648F-B6D3-F3FF-7739BCD5AB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2AC25D45-AF48-BDD8-2454-09112BCBE8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0216FFB-3081-EADF-F95A-ECE8D38E6C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C6D339E8-EEF6-45AD-F75F-991EA11DC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66DA18F1-CF30-DAB4-9BAA-A2C4C283EB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4DD9A0BF-726B-0889-0DAE-E7D92AAC17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A68A524-E6D3-6563-EF4E-0415EE680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タイトル 3">
            <a:extLst>
              <a:ext uri="{FF2B5EF4-FFF2-40B4-BE49-F238E27FC236}">
                <a16:creationId xmlns:a16="http://schemas.microsoft.com/office/drawing/2014/main" id="{6AE79CE9-BC07-C565-735D-851EBEB14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102" y="392563"/>
            <a:ext cx="10344840" cy="1325563"/>
          </a:xfrm>
        </p:spPr>
        <p:txBody>
          <a:bodyPr/>
          <a:lstStyle/>
          <a:p>
            <a:r>
              <a:rPr lang="ja-JP" altLang="en-US" dirty="0">
                <a:solidFill>
                  <a:schemeClr val="tx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地図とのマッチング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9F64071-3DAD-9A23-D237-FCBA6536F1A7}"/>
              </a:ext>
            </a:extLst>
          </p:cNvPr>
          <p:cNvSpPr txBox="1"/>
          <p:nvPr/>
        </p:nvSpPr>
        <p:spPr>
          <a:xfrm>
            <a:off x="820270" y="1828096"/>
            <a:ext cx="10359683" cy="45627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64755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実装までたどり着かなかったが、もし実装するなら</a:t>
            </a:r>
            <a:r>
              <a:rPr lang="en-US" altLang="ja-JP" sz="2000" b="1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ICP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を使う予定であった</a:t>
            </a:r>
            <a:b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</a:br>
            <a:endParaRPr lang="en-US" altLang="ja-JP" sz="20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  <a:p>
            <a:pPr marL="64755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ja-JP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KD</a:t>
            </a:r>
            <a:r>
              <a:rPr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木などで</a:t>
            </a:r>
            <a:r>
              <a:rPr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2</a:t>
            </a:r>
            <a:r>
              <a:rPr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つの点群を紐づけ</a:t>
            </a:r>
            <a:endParaRPr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marL="647550" indent="-457200">
              <a:lnSpc>
                <a:spcPct val="150000"/>
              </a:lnSpc>
              <a:buFont typeface="+mj-lt"/>
              <a:buAutoNum type="arabicPeriod"/>
            </a:pPr>
            <a:r>
              <a:rPr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外れ値除去</a:t>
            </a:r>
            <a:endParaRPr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marL="647550" indent="-457200">
              <a:lnSpc>
                <a:spcPct val="150000"/>
              </a:lnSpc>
              <a:buFont typeface="+mj-lt"/>
              <a:buAutoNum type="arabicPeriod"/>
            </a:pP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ニュートン法などで誤差の累積</a:t>
            </a: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2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乗和を</a:t>
            </a:r>
            <a:b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</a:b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最小にしていく</a:t>
            </a:r>
            <a:endParaRPr lang="en-US" altLang="ja-JP" sz="20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  <a:p>
            <a:pPr marL="190350">
              <a:lnSpc>
                <a:spcPct val="150000"/>
              </a:lnSpc>
            </a:pPr>
            <a:endParaRPr lang="en-US" altLang="ja-JP" sz="20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  <a:p>
            <a:pPr marL="190350">
              <a:lnSpc>
                <a:spcPct val="150000"/>
              </a:lnSpc>
            </a:pP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　用意した環境の特徴点と、得られた特徴点を</a:t>
            </a:r>
            <a:b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</a:b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マッチングすることで自己位置を得る</a:t>
            </a:r>
            <a:b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</a:b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(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初期位置や、局所解の問題あり</a:t>
            </a: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086DE4E-2219-5455-B938-0F74FF0A7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633" y="3221237"/>
            <a:ext cx="4929841" cy="305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833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3D3410-378D-4849-3177-024130327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7">
            <a:extLst>
              <a:ext uri="{FF2B5EF4-FFF2-40B4-BE49-F238E27FC236}">
                <a16:creationId xmlns:a16="http://schemas.microsoft.com/office/drawing/2014/main" id="{F69F3039-7D58-3490-85C4-ADBCFF53B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60" name="Group 9">
            <a:extLst>
              <a:ext uri="{FF2B5EF4-FFF2-40B4-BE49-F238E27FC236}">
                <a16:creationId xmlns:a16="http://schemas.microsoft.com/office/drawing/2014/main" id="{91F8B591-B737-E09A-FB0B-CACE6F4D1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62D8AC4-800A-3874-FEEB-E9DA5E6B1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DC3C71E-3984-9CDF-7575-6ABBFAA5AD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04E9D2D-6D43-DC03-0A23-296ED71A1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0DCBF4D-50D8-8ED0-3D6B-68B6FEFE4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45E16E-8562-DFF0-C8A2-A4890331F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A2772C3-BA1E-CE5E-EA07-06725AC470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E06E792-AFEE-465D-7448-6303F4491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B9AFFBD-D314-2C87-75F9-BAF30BD4C0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4E377B3-99CC-684D-4FE7-0F421D95A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0E7FF66-0082-7F82-2F74-1F5877D6C7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70C009D-C299-68CD-F319-FCF23531A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7BB839D-1CA8-CD2F-2F86-2FF050C48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27B214C-D853-29BB-6C7A-A095C49406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BF64AF1-4E8B-9B67-E8E7-D3DE08637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DD7ECE1-979F-7137-DA1B-AB7A9F616A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AA36640-79CB-CDCA-218E-7DCDEC340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471AFD2-6D81-F3EA-E8BF-A29618DD0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002666C-109C-A6E1-0D4D-FC5C6AD18C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A1F8C71-1849-467E-1F6E-8421F1925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E351B37-B6F5-45C8-D5CA-D3E38D4A42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CD9A113-3914-43D8-2AE3-406BACF48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63D6BAF-1D10-59C8-56BE-BA62DF474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6659392-0649-EAED-2E28-CCAC951A36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3A29B1B-0378-8F51-4885-5F439AC5B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A3EF4C6-3B2D-AC75-F46C-387ECE256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E56D5E5-13F2-2B53-8661-2E8D1B1A7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E54DFFB-4D83-8E05-CCBC-FE9FA70EF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89002C-0ED5-3196-7828-8582FD112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AEEFC56-A2BE-AD21-E5EB-3185960CF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Freeform: Shape 40">
            <a:extLst>
              <a:ext uri="{FF2B5EF4-FFF2-40B4-BE49-F238E27FC236}">
                <a16:creationId xmlns:a16="http://schemas.microsoft.com/office/drawing/2014/main" id="{D5BFFA09-A71D-8208-04FB-429A40031C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2" name="Freeform: Shape 42">
            <a:extLst>
              <a:ext uri="{FF2B5EF4-FFF2-40B4-BE49-F238E27FC236}">
                <a16:creationId xmlns:a16="http://schemas.microsoft.com/office/drawing/2014/main" id="{91FA9944-18E2-8598-4B9F-F9E3FBD15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3" name="Group 44">
            <a:extLst>
              <a:ext uri="{FF2B5EF4-FFF2-40B4-BE49-F238E27FC236}">
                <a16:creationId xmlns:a16="http://schemas.microsoft.com/office/drawing/2014/main" id="{5FEA5BF6-642C-51E1-3CFF-D73AFF743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935ADA9-C49D-9A53-5E47-C487961AE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5CBBCE7-BB6A-FA51-BD4D-CDED266FA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EF15ED8-9071-7226-8779-66A2B4ACA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543E8C8-A24F-1203-12D2-03671DF394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B81134A-138A-58C9-59AF-7A7584CAF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8E0AEBE-1C1F-130D-36C3-4CFD93D37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514505C-FF20-3A94-E575-69D374F52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D5130FB-C973-F044-5332-DD19FF4D1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78E2DC8-570E-482E-3ACC-7E46D8BD2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F1B56B0-400A-DE99-8BAE-EA7B81DA0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56F207F-CE9E-C6E1-5864-E8C4B0CBA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501D6D8-F4FC-8F4C-03B3-104FFAD94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96B99C5-3F5E-DEF6-EC3A-DD8B0BB69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684D184-A279-D4B8-AC50-D157C5753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C49D393-CBB6-5FD0-B0CD-40A2C807BD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D3E443D-0F39-A019-5979-C18046D29E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98EFECB-311B-AC03-C2F7-6A96E248F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6D1CFDE-35BE-F0FA-D66D-C4360A947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4B55C0E-7481-75C4-C40F-86AF7A711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96C21F2-47B1-8D23-94F3-2B0F55F01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E01897F-573F-7497-4C52-5A4016197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2C6D4F9-2D74-AFF9-7913-82F5EEAB2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077FDDE-BD75-2420-E28A-6D2F2CCA22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C5134F9-197F-FA96-6B14-B393B54C48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99EE59C-49D5-AE1D-868D-10A1C26A40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6D8AEF6-EF57-406F-0061-B2D04CA35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5952A3B3-F911-2923-89DD-79ED88D0D6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24893326-0990-353C-FA9B-E868FEB058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59DB163-18EA-3844-9C35-448F53B5D1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4" name="Group 75">
            <a:extLst>
              <a:ext uri="{FF2B5EF4-FFF2-40B4-BE49-F238E27FC236}">
                <a16:creationId xmlns:a16="http://schemas.microsoft.com/office/drawing/2014/main" id="{275378F5-7242-E5B0-43C2-4F72EC609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0CB7A36-4FAF-F182-9408-69238F980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DA38A2D-41FB-2EE6-383E-E379062C8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77C1A0F-68C5-4A48-38AD-AE9519BB5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88D397AC-DAD6-9C4A-75FD-6328ED198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84D5C35E-9A19-EED1-4BC9-DA3152DF55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56ECE45-9538-CB2C-659E-CE169C45D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32B165E-F031-A4CA-50DB-F2ABCEA7C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E092D74F-7C34-8680-62CF-62B66DCAD5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EA449CD-60B4-B980-94B0-EE5A98462E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0F8064BC-7C6D-FE1B-1CFC-F228A5918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62BE9F5-2418-EBE3-5F6A-2B8668962C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04A36522-F0BA-5D44-430F-8D642AB7B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AE59983E-9AD8-C52C-F8E9-F74EDB5466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3FAF201-DDF4-3980-C418-607BD2013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939B3E1D-B19D-E9F0-0B2A-8DC1F68252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00AA0294-56FB-F80D-281D-A147CB20AD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A7CDB45-5AFE-BE4E-30BE-D8BD67744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4AF94942-7DB0-9FC1-F719-27ECBE6C8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476861B1-4A47-0DA8-257C-2B2A5A3CE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749A45DD-C368-783E-3500-CDDDA860D2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FB8DF270-2210-1142-0D9A-07129ED59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16B5405-7DBF-2F93-C7F7-A4EA7965E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C15C193-6122-B189-98AC-C3A97729A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2208D6FC-1E33-312A-D125-D3C875C1F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C423BB5-377D-A0FE-F5DE-01220B043B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4901A4B-93E3-F4E5-BBD1-DF2A926E62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93F239F1-8D84-7D1D-D1E1-58E23AFE9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F3652E4-70DD-8020-AD83-A7DEA7740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D4E0ECD-283C-5572-5555-541F89E5A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65" name="Rectangle 106">
            <a:extLst>
              <a:ext uri="{FF2B5EF4-FFF2-40B4-BE49-F238E27FC236}">
                <a16:creationId xmlns:a16="http://schemas.microsoft.com/office/drawing/2014/main" id="{911AFE8C-A9C3-5D24-2A97-827D8826A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6" name="Rectangle 108">
            <a:extLst>
              <a:ext uri="{FF2B5EF4-FFF2-40B4-BE49-F238E27FC236}">
                <a16:creationId xmlns:a16="http://schemas.microsoft.com/office/drawing/2014/main" id="{8012E3B8-D718-EA5E-0BC5-5EC4D5A0F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7" name="Right Triangle 110">
            <a:extLst>
              <a:ext uri="{FF2B5EF4-FFF2-40B4-BE49-F238E27FC236}">
                <a16:creationId xmlns:a16="http://schemas.microsoft.com/office/drawing/2014/main" id="{AC3A9B38-B48B-C782-68DF-8551A6333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23467" y="-284143"/>
            <a:ext cx="568289" cy="568289"/>
          </a:xfrm>
          <a:prstGeom prst="rtTriangl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Freeform: Shape 112">
            <a:extLst>
              <a:ext uri="{FF2B5EF4-FFF2-40B4-BE49-F238E27FC236}">
                <a16:creationId xmlns:a16="http://schemas.microsoft.com/office/drawing/2014/main" id="{BE4DFF4C-E27A-041F-B051-07081D728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88157" y="-1"/>
            <a:ext cx="1900796" cy="1487973"/>
          </a:xfrm>
          <a:custGeom>
            <a:avLst/>
            <a:gdLst>
              <a:gd name="connsiteX0" fmla="*/ 972945 w 1900796"/>
              <a:gd name="connsiteY0" fmla="*/ 0 h 1487973"/>
              <a:gd name="connsiteX1" fmla="*/ 1900796 w 1900796"/>
              <a:gd name="connsiteY1" fmla="*/ 0 h 1487973"/>
              <a:gd name="connsiteX2" fmla="*/ 1892752 w 1900796"/>
              <a:gd name="connsiteY2" fmla="*/ 21978 h 1487973"/>
              <a:gd name="connsiteX3" fmla="*/ 129456 w 1900796"/>
              <a:gd name="connsiteY3" fmla="*/ 1468215 h 1487973"/>
              <a:gd name="connsiteX4" fmla="*/ 0 w 1900796"/>
              <a:gd name="connsiteY4" fmla="*/ 1487973 h 1487973"/>
              <a:gd name="connsiteX5" fmla="*/ 0 w 1900796"/>
              <a:gd name="connsiteY5" fmla="*/ 656709 h 1487973"/>
              <a:gd name="connsiteX6" fmla="*/ 120652 w 1900796"/>
              <a:gd name="connsiteY6" fmla="*/ 625686 h 1487973"/>
              <a:gd name="connsiteX7" fmla="*/ 893935 w 1900796"/>
              <a:gd name="connsiteY7" fmla="*/ 105659 h 148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0796" h="1487973">
                <a:moveTo>
                  <a:pt x="972945" y="0"/>
                </a:moveTo>
                <a:lnTo>
                  <a:pt x="1900796" y="0"/>
                </a:lnTo>
                <a:lnTo>
                  <a:pt x="1892752" y="21978"/>
                </a:lnTo>
                <a:cubicBezTo>
                  <a:pt x="1582882" y="754592"/>
                  <a:pt x="926716" y="1305072"/>
                  <a:pt x="129456" y="1468215"/>
                </a:cubicBezTo>
                <a:lnTo>
                  <a:pt x="0" y="1487973"/>
                </a:lnTo>
                <a:lnTo>
                  <a:pt x="0" y="656709"/>
                </a:lnTo>
                <a:lnTo>
                  <a:pt x="120652" y="625686"/>
                </a:lnTo>
                <a:cubicBezTo>
                  <a:pt x="426975" y="530410"/>
                  <a:pt x="694570" y="347233"/>
                  <a:pt x="893935" y="10565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9" name="Freeform: Shape 114">
            <a:extLst>
              <a:ext uri="{FF2B5EF4-FFF2-40B4-BE49-F238E27FC236}">
                <a16:creationId xmlns:a16="http://schemas.microsoft.com/office/drawing/2014/main" id="{7615DD40-C288-4B26-F54F-79C079DA0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0" name="Group 116">
            <a:extLst>
              <a:ext uri="{FF2B5EF4-FFF2-40B4-BE49-F238E27FC236}">
                <a16:creationId xmlns:a16="http://schemas.microsoft.com/office/drawing/2014/main" id="{5FABADDF-8EE6-EE02-D37D-0ED575D0A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DF7CAB41-3017-E6DF-F517-DE2ABF5542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6789A68D-EB6D-489B-7724-352E4407B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7C016179-54CC-CB4C-A0CD-59921A1F9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A9604E31-F1B3-814B-FB21-4EE9804132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974CDEB5-FB4C-EF38-93D3-36E9FA448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F0425979-0C68-268B-582D-50EEABAC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14EDD2D8-93C0-412F-3B78-527FC3843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D11C4BE2-64BC-457B-80F3-F3D59A4BA4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D357987-3550-B09A-B1C4-928ED00A8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306E8F2D-E3E9-1D9E-CFFA-CD67EEAF7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44C7E54-5440-B56C-3911-89F238EA68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43D620D-E9F5-92A8-A3AD-C379DE0C8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CC3FD54B-B3A4-E5FE-8478-360292597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623525BE-01DC-9B7E-8CDB-A825755EFE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11B97432-871A-C323-25A1-4217272D1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D221970-D29F-C839-8F86-6F869AB63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0777D4FE-69C7-E84D-2FB1-0DF35BCED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4E78B6E5-A556-9F2D-BC57-5110BF768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7EBAC93-2AD9-086E-79C7-4FD4F6A82C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1F90D2B3-C183-A434-9BFB-98B653CF3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E9F19BC1-2FB9-78C6-3283-92104FEE5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AEE3C216-AFB2-DC70-CEBB-2590526B6D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2F1D10E-DD42-7229-94D5-D5C8DF379A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7AC2232-638B-32A5-C5D2-F62FE8AFF5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173D9516-BD3D-087C-D5F1-B8816B839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055CC3F9-D0D6-93AB-9BC0-4145554EA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D891F9F-1599-DA89-BB04-FF4B5C68F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4F9422C0-1536-D9D3-0B56-FD4106DA3F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EC740E0-9F80-EEB4-FD13-D79C6698B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BCA3FC4A-2173-85BA-55E4-83A61425C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872" y="622612"/>
            <a:ext cx="10359683" cy="73948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kumimoji="1" lang="ja-JP" altLang="en-US" sz="4000" dirty="0">
                <a:solidFill>
                  <a:schemeClr val="tx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考察</a:t>
            </a:r>
            <a:r>
              <a:rPr kumimoji="1" lang="en-US" altLang="ja-JP" sz="4000" dirty="0">
                <a:solidFill>
                  <a:schemeClr val="tx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: </a:t>
            </a:r>
            <a:r>
              <a:rPr kumimoji="1" lang="ja-JP" altLang="en-US" sz="5300" dirty="0">
                <a:solidFill>
                  <a:schemeClr val="tx2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データを捌ききれるのか</a:t>
            </a:r>
            <a:endParaRPr kumimoji="1" lang="en-US" altLang="ja-JP" sz="5400" dirty="0">
              <a:solidFill>
                <a:schemeClr val="tx2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C883EE-41B0-2D5E-80A0-953DAD5A94A1}"/>
              </a:ext>
            </a:extLst>
          </p:cNvPr>
          <p:cNvSpPr txBox="1"/>
          <p:nvPr/>
        </p:nvSpPr>
        <p:spPr>
          <a:xfrm>
            <a:off x="719383" y="1595256"/>
            <a:ext cx="10359683" cy="24345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indent="-32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4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結論</a:t>
            </a:r>
            <a:r>
              <a:rPr lang="en-US" altLang="ja-JP" sz="24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: </a:t>
            </a:r>
            <a:r>
              <a:rPr lang="ja-JP" altLang="en-US" sz="24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十分可能</a:t>
            </a:r>
            <a:endParaRPr lang="en-US" altLang="ja-JP" sz="24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  <a:p>
            <a:pPr marL="971550" lvl="1" indent="-32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2DLiDAR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の</a:t>
            </a: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1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回転分のデータであれば</a:t>
            </a:r>
            <a:b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</a:b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RAM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も足りる</a:t>
            </a:r>
            <a:endParaRPr lang="en-US" altLang="ja-JP" sz="20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  <a:p>
            <a:pPr marL="971550" lvl="1" indent="-32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大規模な点群マップを保持したり</a:t>
            </a:r>
            <a:b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</a:b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3DLiDAR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を使ったりする場合は不明</a:t>
            </a:r>
            <a:endParaRPr lang="en-US" altLang="ja-JP" sz="20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</p:txBody>
      </p:sp>
      <p:sp>
        <p:nvSpPr>
          <p:cNvPr id="41" name="TextBox 2">
            <a:extLst>
              <a:ext uri="{FF2B5EF4-FFF2-40B4-BE49-F238E27FC236}">
                <a16:creationId xmlns:a16="http://schemas.microsoft.com/office/drawing/2014/main" id="{78BF0622-7E1C-1008-B5F1-F942C8C082F4}"/>
              </a:ext>
            </a:extLst>
          </p:cNvPr>
          <p:cNvSpPr txBox="1"/>
          <p:nvPr/>
        </p:nvSpPr>
        <p:spPr>
          <a:xfrm>
            <a:off x="719382" y="4275682"/>
            <a:ext cx="10359683" cy="25385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indent="-32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実際のパケット受信間の時間は約</a:t>
            </a: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2.2 </a:t>
            </a:r>
            <a:r>
              <a:rPr lang="en-US" altLang="ja-JP" sz="2000" dirty="0" err="1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ms</a:t>
            </a:r>
            <a:endParaRPr lang="en-US" altLang="ja-JP" sz="20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  <a:p>
            <a:pPr marL="647550" lvl="1">
              <a:lnSpc>
                <a:spcPct val="150000"/>
              </a:lnSpc>
            </a:pPr>
            <a:r>
              <a:rPr lang="ja-JP" altLang="en-US" sz="16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信号の読み取りは独立したモジュール</a:t>
            </a:r>
            <a:r>
              <a:rPr lang="en-US" altLang="ja-JP" sz="16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+FIFO</a:t>
            </a:r>
            <a:r>
              <a:rPr lang="ja-JP" altLang="en-US" sz="16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なので</a:t>
            </a:r>
            <a:br>
              <a:rPr lang="en-US" altLang="ja-JP" sz="16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</a:br>
            <a:r>
              <a:rPr lang="ja-JP" altLang="en-US" sz="16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ノンブロッキングとして考えられる</a:t>
            </a:r>
            <a:endParaRPr lang="en-US" altLang="ja-JP" sz="16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  <a:p>
            <a:pPr marL="514350" indent="-32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受信完了の信号から</a:t>
            </a: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340 ns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程度で座標変換</a:t>
            </a:r>
            <a:b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</a:b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+120 ns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で特徴点検出</a:t>
            </a:r>
            <a:endParaRPr lang="en-US" altLang="ja-JP" sz="20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  <a:p>
            <a:pPr marL="647550" lvl="1">
              <a:lnSpc>
                <a:spcPct val="150000"/>
              </a:lnSpc>
            </a:pPr>
            <a:r>
              <a:rPr lang="en-US" altLang="ja-JP" sz="16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	</a:t>
            </a:r>
            <a:r>
              <a:rPr lang="en-US" altLang="ja-JP" sz="1600" dirty="0" err="1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cordic</a:t>
            </a:r>
            <a:r>
              <a:rPr lang="ja-JP" altLang="en-US" sz="16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の並列化など高速化の要素は沢山ある</a:t>
            </a:r>
            <a:endParaRPr lang="en-US" altLang="ja-JP" sz="16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</p:txBody>
      </p:sp>
      <p:pic>
        <p:nvPicPr>
          <p:cNvPr id="42" name="図 41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C2DE6BB6-4724-1BFB-2511-EBA37C51A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768" y="1705907"/>
            <a:ext cx="5624184" cy="4771581"/>
          </a:xfrm>
          <a:prstGeom prst="rect">
            <a:avLst/>
          </a:prstGeom>
        </p:spPr>
      </p:pic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395A7668-9860-A8A8-DA07-09CF12435D68}"/>
              </a:ext>
            </a:extLst>
          </p:cNvPr>
          <p:cNvSpPr/>
          <p:nvPr/>
        </p:nvSpPr>
        <p:spPr>
          <a:xfrm>
            <a:off x="9106786" y="1800362"/>
            <a:ext cx="2429540" cy="4677126"/>
          </a:xfrm>
          <a:prstGeom prst="rect">
            <a:avLst/>
          </a:prstGeom>
          <a:noFill/>
          <a:ln w="76200" cap="flat" cmpd="sng" algn="ctr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61AAA591-AFE1-F703-60B2-1B5C8C7ECAA7}"/>
              </a:ext>
            </a:extLst>
          </p:cNvPr>
          <p:cNvSpPr/>
          <p:nvPr/>
        </p:nvSpPr>
        <p:spPr>
          <a:xfrm>
            <a:off x="9079149" y="3280144"/>
            <a:ext cx="297711" cy="297712"/>
          </a:xfrm>
          <a:prstGeom prst="ellipse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19DE1580-B544-9773-8509-60C59881C084}"/>
              </a:ext>
            </a:extLst>
          </p:cNvPr>
          <p:cNvSpPr/>
          <p:nvPr/>
        </p:nvSpPr>
        <p:spPr>
          <a:xfrm>
            <a:off x="11238615" y="2890284"/>
            <a:ext cx="297711" cy="297712"/>
          </a:xfrm>
          <a:prstGeom prst="ellipse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3855BE98-5C16-6B16-9D34-C9D88A8A6A10}"/>
              </a:ext>
            </a:extLst>
          </p:cNvPr>
          <p:cNvSpPr txBox="1"/>
          <p:nvPr/>
        </p:nvSpPr>
        <p:spPr>
          <a:xfrm>
            <a:off x="9306681" y="324433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受信完了</a:t>
            </a: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E17E2669-A4D6-1D72-0A3A-1A0F05704154}"/>
              </a:ext>
            </a:extLst>
          </p:cNvPr>
          <p:cNvSpPr txBox="1"/>
          <p:nvPr/>
        </p:nvSpPr>
        <p:spPr>
          <a:xfrm>
            <a:off x="9970793" y="2854474"/>
            <a:ext cx="1568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結果の出力</a:t>
            </a:r>
          </a:p>
        </p:txBody>
      </p:sp>
      <p:sp>
        <p:nvSpPr>
          <p:cNvPr id="106" name="楕円 105">
            <a:extLst>
              <a:ext uri="{FF2B5EF4-FFF2-40B4-BE49-F238E27FC236}">
                <a16:creationId xmlns:a16="http://schemas.microsoft.com/office/drawing/2014/main" id="{50BDB841-EA5E-6425-DDB4-D254B9ACC540}"/>
              </a:ext>
            </a:extLst>
          </p:cNvPr>
          <p:cNvSpPr/>
          <p:nvPr/>
        </p:nvSpPr>
        <p:spPr>
          <a:xfrm>
            <a:off x="10682524" y="5467719"/>
            <a:ext cx="297711" cy="297712"/>
          </a:xfrm>
          <a:prstGeom prst="ellipse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A8371FFC-78ED-851E-C824-DF900DCEFC63}"/>
              </a:ext>
            </a:extLst>
          </p:cNvPr>
          <p:cNvSpPr txBox="1"/>
          <p:nvPr/>
        </p:nvSpPr>
        <p:spPr>
          <a:xfrm>
            <a:off x="10133790" y="513094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座標変換終</a:t>
            </a:r>
          </a:p>
        </p:txBody>
      </p:sp>
    </p:spTree>
    <p:extLst>
      <p:ext uri="{BB962C8B-B14F-4D97-AF65-F5344CB8AC3E}">
        <p14:creationId xmlns:p14="http://schemas.microsoft.com/office/powerpoint/2010/main" val="3780172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8BA37B-297E-55C8-D954-4118235BD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7">
            <a:extLst>
              <a:ext uri="{FF2B5EF4-FFF2-40B4-BE49-F238E27FC236}">
                <a16:creationId xmlns:a16="http://schemas.microsoft.com/office/drawing/2014/main" id="{D72A4754-C8D4-679E-7205-EDED3105B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56" name="Group 9">
            <a:extLst>
              <a:ext uri="{FF2B5EF4-FFF2-40B4-BE49-F238E27FC236}">
                <a16:creationId xmlns:a16="http://schemas.microsoft.com/office/drawing/2014/main" id="{0805B4E8-5C0C-402C-1C79-9E549C0AD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57665E8-5D80-0C66-3675-B6EC919193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1">
              <a:extLst>
                <a:ext uri="{FF2B5EF4-FFF2-40B4-BE49-F238E27FC236}">
                  <a16:creationId xmlns:a16="http://schemas.microsoft.com/office/drawing/2014/main" id="{A471A8D2-8BF3-972E-4438-0B2164519B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5EF7468-E3FE-47FB-628C-6333A4257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3">
              <a:extLst>
                <a:ext uri="{FF2B5EF4-FFF2-40B4-BE49-F238E27FC236}">
                  <a16:creationId xmlns:a16="http://schemas.microsoft.com/office/drawing/2014/main" id="{7138972F-FD59-E73E-770E-C4E5E2923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7E22B44-6A75-51A0-D189-C001F56F4E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">
              <a:extLst>
                <a:ext uri="{FF2B5EF4-FFF2-40B4-BE49-F238E27FC236}">
                  <a16:creationId xmlns:a16="http://schemas.microsoft.com/office/drawing/2014/main" id="{36DB5DF2-877D-8858-FCEE-8DCA39397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27BC325-2406-FDAD-33DC-8FACC4CBD3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FCEF920-8CC7-B44F-7D3C-FF9EFEA94B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5BB04B6-D896-FD81-3229-7FC2E1327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E1576B0-4CF8-AB8A-3E46-A75E78E825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C5CDAEF-81D4-076C-2DA6-50DD20A0CC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5C01797-F257-F1AB-4BBA-461266AB70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3FD7A7A-2835-5D66-DE51-B237E9FBBE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A98453B-E5F4-FAC3-FA74-59A1DB9EC0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C460E6B-C5A7-AD3F-A9EF-C62A4DAB0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9C6D559-DC97-03A0-FA0F-2446DB36ED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46DAA56-4364-650C-7DBB-142865864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D668395-9986-2040-80A7-B82CD6B1E7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2E7E1F7-E3CE-05F6-C9C0-86F6B3DCFC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B492C23-04CE-42D3-095D-F349410CB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99ED53F-277A-801D-838B-4EB8C1141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CCB2578-F66C-A815-6589-18845542EC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EF4C611-15B2-1509-C8CC-4E296E4AF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4982C3C-E085-3EF4-9ADB-6B85AF8D1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F1A7D20-37B2-D7C7-8BEB-A2C4238D2A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8BA453D-4DAD-7EFF-D85E-60B510129E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341699E-268E-B2F2-D1FB-132AAD6510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26BF8AA-A21F-7FF8-5765-603B4FE5A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6EFDA20-E349-CFBA-1932-A965F8B07E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0" name="Freeform: Shape 40">
            <a:extLst>
              <a:ext uri="{FF2B5EF4-FFF2-40B4-BE49-F238E27FC236}">
                <a16:creationId xmlns:a16="http://schemas.microsoft.com/office/drawing/2014/main" id="{5D3CBED2-E9FF-B9B5-F1DA-84C5DB0DA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1" name="Freeform: Shape 42">
            <a:extLst>
              <a:ext uri="{FF2B5EF4-FFF2-40B4-BE49-F238E27FC236}">
                <a16:creationId xmlns:a16="http://schemas.microsoft.com/office/drawing/2014/main" id="{B3570ECE-63DE-EFA0-C855-356AE1DA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2" name="Group 44">
            <a:extLst>
              <a:ext uri="{FF2B5EF4-FFF2-40B4-BE49-F238E27FC236}">
                <a16:creationId xmlns:a16="http://schemas.microsoft.com/office/drawing/2014/main" id="{61486676-971D-DAA5-9F5B-0DBDA1549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60D7A13-D252-87FD-99FB-6F1AC04AD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2360FE4-0D86-84FD-A8E0-5E215217C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9360556-F054-D307-1798-21F407DE85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230617A-8FF5-F212-2040-BDAB8BEFDA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8BA25CA-2245-5863-4465-D3094C311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3E3DB2E-9B61-B6D9-3DE6-A87F02331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C2CBC0C-8DB9-9269-68B2-E7B6CC5EA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AB0D2C3-89AC-B4A6-22CC-FDE74C77E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AED2F56-AE43-5396-8F96-AD098C8C4D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38F915C-B01F-4DC4-3E65-ABCFB811F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98234D2-ECC1-CB49-51B6-BE56BF0FD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78FFE1A-1CBB-DA7E-254B-2273CA6DF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812C5E5-D821-3685-4C6B-A1B5534A8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A61193C-6B72-AE95-98F0-6C16490FAB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41580AB-235A-25F2-2621-4959CF8BC4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8CC106C-0DB1-0F0B-3799-3DC955776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8852309-1FC1-3A94-0ADF-7C71B66B5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DAA47E4-2325-5AAD-ED37-5D632F103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630684C-5616-7130-4FB5-5BBEF1EA44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6485C4C-542C-BF1A-2FED-0D12E6C95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3277860-E8AE-0296-0726-8E1C9BCB9F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6008C19-5AE9-8BC1-6404-55DF2401F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8F52261-9DDF-A058-25FC-5B32C0E1F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B17A950-8505-59A1-F496-09EF7565B6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8196981-6D21-389B-E1B8-85538C83E1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BE16635-2906-A2B9-042B-95C8FB53D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8983C6B-27A6-1003-D136-09274E4329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9282D51-1E60-47F4-F9FA-1278B3529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0103EFA-13DE-A22B-20B9-A73B98FA9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oup 75">
            <a:extLst>
              <a:ext uri="{FF2B5EF4-FFF2-40B4-BE49-F238E27FC236}">
                <a16:creationId xmlns:a16="http://schemas.microsoft.com/office/drawing/2014/main" id="{6D8C2928-45C5-7657-0AED-96FA7C00B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C62E33A-E86E-8695-A759-1BD786C31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85E62C9-2CA1-5A4E-C1F3-3D1CEE3D1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F0DB433-9F29-DC91-392B-682E988E7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A711EE71-9A2B-9259-4B32-C5B39DB00A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34A7E7A6-2704-D519-4889-74084E460B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F450724-7B98-677F-7D8A-0A58712E5F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37E8C967-A03C-BC10-767D-7D9F643A3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883462E4-5355-193F-B2FD-9950B84BD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987C7BF-9603-C820-864D-60054C3F2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E756A4A0-A62B-9DEA-8191-FF3BF1D7CD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3DF144AC-5908-BC7E-F2F4-1757899D8C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49E844F-5D62-EB38-A3B6-21E2DA8F92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ECC8C0B5-A0EA-882D-D94F-0B3532CE2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533355F-15B8-A983-1E0A-44920ED77B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55442B67-EC75-F121-FC6F-EBD175044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C08384A0-7ECE-9092-F4C7-051086F92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C9C69D25-4F53-8DF2-D2B4-1225F8DA2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859143E-C773-A6F2-644D-13C6059542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304994C-69A7-8898-B110-48F3753489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5E90F679-B28E-AEB2-CE99-A02CFA23E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B9D2F01-E484-23A0-8E85-3B5C24580A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1FD1E72-F2F7-FE32-F40E-733BFD757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1CD3FF63-134C-A61E-CC1E-ABDDF38A3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9EEF9071-CEE1-2FA6-516C-A005599EB2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3CB584E4-BE48-C474-1BFA-4F1703A0E2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B9CFD52B-D2B9-A709-653E-8E6094CEB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CA0BA7B4-E306-F391-5B24-CF2BE84A9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70A0E13B-92C7-CA31-21C3-9F2E24E01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42D8039E-AAE6-AE19-2D39-A912BBCAD4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64" name="Rectangle 106">
            <a:extLst>
              <a:ext uri="{FF2B5EF4-FFF2-40B4-BE49-F238E27FC236}">
                <a16:creationId xmlns:a16="http://schemas.microsoft.com/office/drawing/2014/main" id="{A5810D13-FAE1-485E-40ED-C8432238D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5" name="Rectangle 108">
            <a:extLst>
              <a:ext uri="{FF2B5EF4-FFF2-40B4-BE49-F238E27FC236}">
                <a16:creationId xmlns:a16="http://schemas.microsoft.com/office/drawing/2014/main" id="{713282FB-EE36-1AD7-5709-73DCC17D5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6" name="Right Triangle 110">
            <a:extLst>
              <a:ext uri="{FF2B5EF4-FFF2-40B4-BE49-F238E27FC236}">
                <a16:creationId xmlns:a16="http://schemas.microsoft.com/office/drawing/2014/main" id="{7A51918E-D9CB-05F3-2D57-4BA760A00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902647" y="-284144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Freeform: Shape 112">
            <a:extLst>
              <a:ext uri="{FF2B5EF4-FFF2-40B4-BE49-F238E27FC236}">
                <a16:creationId xmlns:a16="http://schemas.microsoft.com/office/drawing/2014/main" id="{3C5F5005-9BAC-EDC0-01FA-20FD53F31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65326" y="0"/>
            <a:ext cx="2323626" cy="3111267"/>
          </a:xfrm>
          <a:custGeom>
            <a:avLst/>
            <a:gdLst>
              <a:gd name="connsiteX0" fmla="*/ 94643 w 2323626"/>
              <a:gd name="connsiteY0" fmla="*/ 0 h 3111267"/>
              <a:gd name="connsiteX1" fmla="*/ 963280 w 2323626"/>
              <a:gd name="connsiteY1" fmla="*/ 0 h 3111267"/>
              <a:gd name="connsiteX2" fmla="*/ 947119 w 2323626"/>
              <a:gd name="connsiteY2" fmla="*/ 33549 h 3111267"/>
              <a:gd name="connsiteX3" fmla="*/ 818991 w 2323626"/>
              <a:gd name="connsiteY3" fmla="*/ 668189 h 3111267"/>
              <a:gd name="connsiteX4" fmla="*/ 2282726 w 2323626"/>
              <a:gd name="connsiteY4" fmla="*/ 2290209 h 3111267"/>
              <a:gd name="connsiteX5" fmla="*/ 2323626 w 2323626"/>
              <a:gd name="connsiteY5" fmla="*/ 2292275 h 3111267"/>
              <a:gd name="connsiteX6" fmla="*/ 2323626 w 2323626"/>
              <a:gd name="connsiteY6" fmla="*/ 3111267 h 3111267"/>
              <a:gd name="connsiteX7" fmla="*/ 2198990 w 2323626"/>
              <a:gd name="connsiteY7" fmla="*/ 3104973 h 3111267"/>
              <a:gd name="connsiteX8" fmla="*/ 0 w 2323626"/>
              <a:gd name="connsiteY8" fmla="*/ 668189 h 3111267"/>
              <a:gd name="connsiteX9" fmla="*/ 49764 w 2323626"/>
              <a:gd name="connsiteY9" fmla="*/ 174544 h 3111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3626" h="3111267">
                <a:moveTo>
                  <a:pt x="94643" y="0"/>
                </a:moveTo>
                <a:lnTo>
                  <a:pt x="963280" y="0"/>
                </a:lnTo>
                <a:lnTo>
                  <a:pt x="947119" y="33549"/>
                </a:lnTo>
                <a:cubicBezTo>
                  <a:pt x="864614" y="228612"/>
                  <a:pt x="818991" y="443073"/>
                  <a:pt x="818991" y="668189"/>
                </a:cubicBezTo>
                <a:cubicBezTo>
                  <a:pt x="818991" y="1512376"/>
                  <a:pt x="1460568" y="2206715"/>
                  <a:pt x="2282726" y="2290209"/>
                </a:cubicBezTo>
                <a:lnTo>
                  <a:pt x="2323626" y="2292275"/>
                </a:lnTo>
                <a:lnTo>
                  <a:pt x="2323626" y="3111267"/>
                </a:lnTo>
                <a:lnTo>
                  <a:pt x="2198990" y="3104973"/>
                </a:lnTo>
                <a:cubicBezTo>
                  <a:pt x="963850" y="2979538"/>
                  <a:pt x="0" y="1936423"/>
                  <a:pt x="0" y="668189"/>
                </a:cubicBezTo>
                <a:cubicBezTo>
                  <a:pt x="0" y="499091"/>
                  <a:pt x="17135" y="333996"/>
                  <a:pt x="49764" y="174544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8" name="Freeform: Shape 114">
            <a:extLst>
              <a:ext uri="{FF2B5EF4-FFF2-40B4-BE49-F238E27FC236}">
                <a16:creationId xmlns:a16="http://schemas.microsoft.com/office/drawing/2014/main" id="{F6794D85-E01D-A54C-976F-E598FE6DA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26085"/>
            <a:ext cx="2372980" cy="2023523"/>
          </a:xfrm>
          <a:custGeom>
            <a:avLst/>
            <a:gdLst>
              <a:gd name="connsiteX0" fmla="*/ 0 w 2372980"/>
              <a:gd name="connsiteY0" fmla="*/ 0 h 2023523"/>
              <a:gd name="connsiteX1" fmla="*/ 213128 w 2372980"/>
              <a:gd name="connsiteY1" fmla="*/ 10763 h 2023523"/>
              <a:gd name="connsiteX2" fmla="*/ 2362355 w 2372980"/>
              <a:gd name="connsiteY2" fmla="*/ 1953901 h 2023523"/>
              <a:gd name="connsiteX3" fmla="*/ 2372980 w 2372980"/>
              <a:gd name="connsiteY3" fmla="*/ 2023523 h 2023523"/>
              <a:gd name="connsiteX4" fmla="*/ 1535462 w 2372980"/>
              <a:gd name="connsiteY4" fmla="*/ 2023523 h 2023523"/>
              <a:gd name="connsiteX5" fmla="*/ 1519824 w 2372980"/>
              <a:gd name="connsiteY5" fmla="*/ 1962704 h 2023523"/>
              <a:gd name="connsiteX6" fmla="*/ 129390 w 2372980"/>
              <a:gd name="connsiteY6" fmla="*/ 825526 h 2023523"/>
              <a:gd name="connsiteX7" fmla="*/ 0 w 2372980"/>
              <a:gd name="connsiteY7" fmla="*/ 818992 h 2023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72980" h="2023523">
                <a:moveTo>
                  <a:pt x="0" y="0"/>
                </a:moveTo>
                <a:lnTo>
                  <a:pt x="213128" y="10763"/>
                </a:lnTo>
                <a:cubicBezTo>
                  <a:pt x="1283583" y="119473"/>
                  <a:pt x="2150269" y="917463"/>
                  <a:pt x="2362355" y="1953901"/>
                </a:cubicBezTo>
                <a:lnTo>
                  <a:pt x="2372980" y="2023523"/>
                </a:lnTo>
                <a:lnTo>
                  <a:pt x="1535462" y="2023523"/>
                </a:lnTo>
                <a:lnTo>
                  <a:pt x="1519824" y="1962704"/>
                </a:lnTo>
                <a:cubicBezTo>
                  <a:pt x="1329271" y="1350058"/>
                  <a:pt x="787117" y="892322"/>
                  <a:pt x="129390" y="825526"/>
                </a:cubicBezTo>
                <a:lnTo>
                  <a:pt x="0" y="818992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9" name="Group 116">
            <a:extLst>
              <a:ext uri="{FF2B5EF4-FFF2-40B4-BE49-F238E27FC236}">
                <a16:creationId xmlns:a16="http://schemas.microsoft.com/office/drawing/2014/main" id="{CB04E956-D6FC-DFAD-174E-BAB54E2F3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6B4C3041-A7E4-5C71-9C8B-3D580608E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CAB9AAA7-5CA1-B993-9120-4A83E7A99E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108C9205-F82B-0CE4-D7A2-CC291F631B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406D4AB9-7A55-5979-B806-A7A8A8A4DA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B27D3E4F-BABB-DE5F-C4E9-7C679C9478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7105CD-86DD-74CC-5FDF-366585B814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C5C57763-078B-6DBA-8EE2-6BB6F96F9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E8FE0DBA-1D4F-AAEC-C2A6-516299A23E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67970186-539D-2969-B476-D4EEF30FB7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BDDC5EBE-DE4D-F5B5-F081-B35D356FB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F192DB19-AF65-70EC-6AE0-086D1BF1F0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84B2F9B-E88C-FE1F-94D2-900F640D4C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1F594D7C-0203-94BD-1BB8-90863CD39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4B54F7B3-296C-96B1-9D61-1F07EA71F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6CC3DF0-36F1-74C8-B15C-4158AC5D8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137088DF-8133-7D09-5CA9-8783DB65FE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B9A0EF4C-C6D8-53C4-1772-A43C6DC8A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6F20972-5046-1A1F-81D5-AB958C75A6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D7E7DCC1-9D50-9DBD-6236-DFE4C5C6F6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13D33B47-4312-D59A-B250-0F3521FBA5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298E5696-E3A8-6B2C-9B21-9E15E63E4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2BD187FF-5F2C-DDDC-BEF4-11D5D6273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07847753-D89B-3FA5-F38E-5D0A0DC67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7347A518-C64D-42BD-EF1D-301205F76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661970B4-53FE-96C5-B0B6-2BCB5EB2A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0BA1E1CB-B691-C884-C029-45591E782D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9B7FA84B-DE17-8AB9-2C16-281BB9299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E94DDFD7-9C50-88C9-C14E-E8953CD7D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7DAC696F-0B2A-46C1-171C-26134D7C30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タイトル 3">
            <a:extLst>
              <a:ext uri="{FF2B5EF4-FFF2-40B4-BE49-F238E27FC236}">
                <a16:creationId xmlns:a16="http://schemas.microsoft.com/office/drawing/2014/main" id="{541C766F-05A2-987A-9E6B-E2FE8E0FD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102" y="392563"/>
            <a:ext cx="10344840" cy="1325563"/>
          </a:xfrm>
        </p:spPr>
        <p:txBody>
          <a:bodyPr/>
          <a:lstStyle/>
          <a:p>
            <a:r>
              <a:rPr lang="ja-JP" altLang="en-US" dirty="0">
                <a:solidFill>
                  <a:schemeClr val="tx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まとめ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C271D36-6048-2D9B-5501-C90FBFD48BF0}"/>
              </a:ext>
            </a:extLst>
          </p:cNvPr>
          <p:cNvSpPr txBox="1"/>
          <p:nvPr/>
        </p:nvSpPr>
        <p:spPr>
          <a:xfrm>
            <a:off x="820270" y="1990533"/>
            <a:ext cx="11282082" cy="26346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647550" indent="-4572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マイコン・</a:t>
            </a: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PC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など低レイヤが抽象化されたものを使ってきたが、</a:t>
            </a:r>
            <a:b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</a:b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この授業で</a:t>
            </a: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FPGA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に触れることで自分の中に新しい選択肢を作ることができた</a:t>
            </a:r>
            <a:endParaRPr lang="en-US" altLang="ja-JP" sz="20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  <a:p>
            <a:pPr marL="1104750" lvl="1" indent="-4572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あらゆる独立したハードを</a:t>
            </a: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1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つに組み込める魅力は大きい</a:t>
            </a:r>
            <a:endParaRPr lang="en-US" altLang="ja-JP" sz="20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  <a:p>
            <a:pPr marL="1104750" lvl="1" indent="-4572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時刻同期が重要であったり制御周期の短いハード</a:t>
            </a: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(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モータードライバとか</a:t>
            </a: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)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で活躍しそう</a:t>
            </a:r>
            <a:endParaRPr lang="en-US" altLang="ja-JP" sz="20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  <a:p>
            <a:pPr marL="647550" indent="-4572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回路のサイズやつながりを考えながらコードを書くステップまではいけなかった</a:t>
            </a:r>
            <a:endParaRPr lang="en-US" altLang="ja-JP" sz="20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710C0892-4A9E-247E-BD88-3316A494E065}"/>
              </a:ext>
            </a:extLst>
          </p:cNvPr>
          <p:cNvSpPr txBox="1"/>
          <p:nvPr/>
        </p:nvSpPr>
        <p:spPr>
          <a:xfrm>
            <a:off x="3611676" y="5129537"/>
            <a:ext cx="4346548" cy="5463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90350" algn="ctr">
              <a:lnSpc>
                <a:spcPct val="170000"/>
              </a:lnSpc>
            </a:pPr>
            <a:r>
              <a:rPr lang="en-US" altLang="ja-JP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1</a:t>
            </a:r>
            <a:r>
              <a:rPr lang="ja-JP" altLang="en-US" sz="2000" dirty="0">
                <a:latin typeface="Wix Madefor Text" panose="020B0503020203020203" pitchFamily="34" charset="0"/>
                <a:ea typeface="BIZ UDゴシック" panose="020B0400000000000000" pitchFamily="49" charset="-128"/>
                <a:cs typeface="Wix Madefor Text" panose="020B0503020203020203" pitchFamily="34" charset="0"/>
              </a:rPr>
              <a:t>年間ありがとうございました</a:t>
            </a:r>
            <a:endParaRPr lang="en-US" altLang="ja-JP" sz="2000" dirty="0">
              <a:latin typeface="Wix Madefor Text" panose="020B0503020203020203" pitchFamily="34" charset="0"/>
              <a:ea typeface="BIZ UDゴシック" panose="020B0400000000000000" pitchFamily="49" charset="-128"/>
              <a:cs typeface="Wix Madefor Text" panose="020B0503020203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061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Yu Gothic"/>
        <a:ea typeface=""/>
        <a:cs typeface=""/>
      </a:majorFont>
      <a:minorFont>
        <a:latin typeface="Yu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94CBBD7E22AB14F8796E4FFE8087470" ma:contentTypeVersion="12" ma:contentTypeDescription="新しいドキュメントを作成します。" ma:contentTypeScope="" ma:versionID="684177aea162baf14f286ba8676f0d94">
  <xsd:schema xmlns:xsd="http://www.w3.org/2001/XMLSchema" xmlns:xs="http://www.w3.org/2001/XMLSchema" xmlns:p="http://schemas.microsoft.com/office/2006/metadata/properties" xmlns:ns3="681d42ce-3a5d-4fb8-97d2-89352b942a7e" targetNamespace="http://schemas.microsoft.com/office/2006/metadata/properties" ma:root="true" ma:fieldsID="4e0a04008c1bc8b03d202bebb4d3bc4d" ns3:_="">
    <xsd:import namespace="681d42ce-3a5d-4fb8-97d2-89352b942a7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d42ce-3a5d-4fb8-97d2-89352b942a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81d42ce-3a5d-4fb8-97d2-89352b942a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783277-2707-48B1-86A6-4D4B9FAE7D15}">
  <ds:schemaRefs>
    <ds:schemaRef ds:uri="681d42ce-3a5d-4fb8-97d2-89352b942a7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431C9A2-3E09-4D81-8046-607F7FFCA9A0}">
  <ds:schemaRefs>
    <ds:schemaRef ds:uri="681d42ce-3a5d-4fb8-97d2-89352b942a7e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E9905D5-F595-4D59-B22C-B5FB32133B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495</Words>
  <Application>Microsoft Office PowerPoint</Application>
  <PresentationFormat>ワイド画面</PresentationFormat>
  <Paragraphs>62</Paragraphs>
  <Slides>11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7" baseType="lpstr">
      <vt:lpstr>BIZ UDゴシック</vt:lpstr>
      <vt:lpstr>游ゴシック</vt:lpstr>
      <vt:lpstr>游ゴシック</vt:lpstr>
      <vt:lpstr>Arial</vt:lpstr>
      <vt:lpstr>Wix Madefor Text</vt:lpstr>
      <vt:lpstr>SineVTI</vt:lpstr>
      <vt:lpstr>情報工学工房 最終発表会</vt:lpstr>
      <vt:lpstr>目標</vt:lpstr>
      <vt:lpstr>成果</vt:lpstr>
      <vt:lpstr>データ取り</vt:lpstr>
      <vt:lpstr>小数点と三角関数</vt:lpstr>
      <vt:lpstr>アルゴリズム</vt:lpstr>
      <vt:lpstr>特徴点検出</vt:lpstr>
      <vt:lpstr>特徴点検出: 結果</vt:lpstr>
      <vt:lpstr>地図とのマッチング</vt:lpstr>
      <vt:lpstr>考察: データを捌ききれるのか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o2412543</dc:creator>
  <cp:lastModifiedBy>o2412543</cp:lastModifiedBy>
  <cp:revision>12</cp:revision>
  <dcterms:created xsi:type="dcterms:W3CDTF">2024-05-21T16:46:59Z</dcterms:created>
  <dcterms:modified xsi:type="dcterms:W3CDTF">2026-02-16T17:23:19Z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0x010100994CBBD7E22AB14F8796E4FFE8087470</vt:lpwstr>
  </property>
</Properties>
</file>